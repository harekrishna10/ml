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IBM Plex Sans Condensed" charset="1" panose="020B0506050203000203"/>
      <p:regular r:id="rId37"/>
    </p:embeddedFont>
    <p:embeddedFont>
      <p:font typeface="Open Sans" charset="1" panose="00000000000000000000"/>
      <p:regular r:id="rId38"/>
    </p:embeddedFont>
    <p:embeddedFont>
      <p:font typeface="Montserrat" charset="1" panose="00000500000000000000"/>
      <p:regular r:id="rId39"/>
    </p:embeddedFont>
    <p:embeddedFont>
      <p:font typeface="IBM Plex Sans" charset="1" panose="020B0503050203000203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slide1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slide1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slide1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1.xml" Type="http://schemas.openxmlformats.org/officeDocument/2006/relationships/slid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6.png" Type="http://schemas.openxmlformats.org/officeDocument/2006/relationships/image"/><Relationship Id="rId4" Target="slide1.xml" Type="http://schemas.openxmlformats.org/officeDocument/2006/relationships/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slide1.xml" Type="http://schemas.openxmlformats.org/officeDocument/2006/relationships/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2.svg" Type="http://schemas.openxmlformats.org/officeDocument/2006/relationships/image"/><Relationship Id="rId4" Target="slide1.xml" Type="http://schemas.openxmlformats.org/officeDocument/2006/relationships/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911" y="1938976"/>
            <a:ext cx="17913753" cy="2376630"/>
          </a:xfrm>
          <a:custGeom>
            <a:avLst/>
            <a:gdLst/>
            <a:ahLst/>
            <a:cxnLst/>
            <a:rect r="r" b="b" t="t" l="l"/>
            <a:pathLst>
              <a:path h="2376630" w="17913753">
                <a:moveTo>
                  <a:pt x="0" y="0"/>
                </a:moveTo>
                <a:lnTo>
                  <a:pt x="17913753" y="0"/>
                </a:lnTo>
                <a:lnTo>
                  <a:pt x="17913753" y="2376630"/>
                </a:lnTo>
                <a:lnTo>
                  <a:pt x="0" y="2376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" y="9950777"/>
            <a:ext cx="18309793" cy="348396"/>
          </a:xfrm>
          <a:custGeom>
            <a:avLst/>
            <a:gdLst/>
            <a:ahLst/>
            <a:cxnLst/>
            <a:rect r="r" b="b" t="t" l="l"/>
            <a:pathLst>
              <a:path h="348396" w="18309793">
                <a:moveTo>
                  <a:pt x="0" y="0"/>
                </a:moveTo>
                <a:lnTo>
                  <a:pt x="18309794" y="0"/>
                </a:lnTo>
                <a:lnTo>
                  <a:pt x="18309794" y="348396"/>
                </a:lnTo>
                <a:lnTo>
                  <a:pt x="0" y="348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61938" y="2229431"/>
            <a:ext cx="8961511" cy="152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3"/>
              </a:lnSpc>
            </a:pPr>
            <a:r>
              <a:rPr lang="en-US" sz="4558" spc="1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Principal Component Analysis (PCA)</a:t>
            </a:r>
          </a:p>
          <a:p>
            <a:pPr algn="ctr">
              <a:lnSpc>
                <a:spcPts val="4854"/>
              </a:lnSpc>
            </a:pP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Dimensionality Reduction Made Simple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53639" y="4779435"/>
            <a:ext cx="2654694" cy="120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4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Ananda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Rimal</a:t>
            </a:r>
          </a:p>
          <a:p>
            <a:pPr algn="ctr">
              <a:lnSpc>
                <a:spcPts val="4431"/>
              </a:lnSpc>
            </a:pPr>
            <a:r>
              <a:rPr lang="en-US" sz="3166" spc="-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AI</a:t>
            </a:r>
            <a:r>
              <a:rPr lang="en-US" sz="3166" spc="-3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166" spc="-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Researcher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48083" y="6999761"/>
            <a:ext cx="2870187" cy="66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August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3,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94115" y="9922954"/>
            <a:ext cx="1545212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Ananda Rimal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05532" y="9922954"/>
            <a:ext cx="508521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 u="none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PCA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75797" y="9922954"/>
            <a:ext cx="1670685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August 3,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96834" y="9922954"/>
            <a:ext cx="610257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1/21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5986" y="409604"/>
            <a:ext cx="12898184" cy="9006840"/>
            <a:chOff x="0" y="0"/>
            <a:chExt cx="17197578" cy="12009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97578" cy="12009120"/>
            </a:xfrm>
            <a:custGeom>
              <a:avLst/>
              <a:gdLst/>
              <a:ahLst/>
              <a:cxnLst/>
              <a:rect r="r" b="b" t="t" l="l"/>
              <a:pathLst>
                <a:path h="12009120" w="17197578">
                  <a:moveTo>
                    <a:pt x="0" y="0"/>
                  </a:moveTo>
                  <a:lnTo>
                    <a:pt x="17197578" y="0"/>
                  </a:lnTo>
                  <a:lnTo>
                    <a:pt x="17197578" y="12009120"/>
                  </a:lnTo>
                  <a:lnTo>
                    <a:pt x="0" y="1200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950777"/>
            <a:ext cx="18309793" cy="348396"/>
          </a:xfrm>
          <a:custGeom>
            <a:avLst/>
            <a:gdLst/>
            <a:ahLst/>
            <a:cxnLst/>
            <a:rect r="r" b="b" t="t" l="l"/>
            <a:pathLst>
              <a:path h="348396" w="18309793">
                <a:moveTo>
                  <a:pt x="0" y="0"/>
                </a:moveTo>
                <a:lnTo>
                  <a:pt x="18309794" y="0"/>
                </a:lnTo>
                <a:lnTo>
                  <a:pt x="18309794" y="348396"/>
                </a:lnTo>
                <a:lnTo>
                  <a:pt x="0" y="3483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94115" y="9922954"/>
            <a:ext cx="1545212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Ananda Rimal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05532" y="9922954"/>
            <a:ext cx="508521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 action="ppaction://hlinksldjump"/>
              </a:rPr>
              <a:t>PCA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75797" y="9922954"/>
            <a:ext cx="1670685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August 3,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96834" y="9922954"/>
            <a:ext cx="610257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2/21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6074" y="185599"/>
            <a:ext cx="14098130" cy="9787983"/>
          </a:xfrm>
          <a:custGeom>
            <a:avLst/>
            <a:gdLst/>
            <a:ahLst/>
            <a:cxnLst/>
            <a:rect r="r" b="b" t="t" l="l"/>
            <a:pathLst>
              <a:path h="9787983" w="14098130">
                <a:moveTo>
                  <a:pt x="0" y="0"/>
                </a:moveTo>
                <a:lnTo>
                  <a:pt x="14098130" y="0"/>
                </a:lnTo>
                <a:lnTo>
                  <a:pt x="14098130" y="9787983"/>
                </a:lnTo>
                <a:lnTo>
                  <a:pt x="0" y="9787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685" y="409661"/>
            <a:ext cx="14810556" cy="9006840"/>
            <a:chOff x="0" y="0"/>
            <a:chExt cx="19747408" cy="12009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47357" cy="12009120"/>
            </a:xfrm>
            <a:custGeom>
              <a:avLst/>
              <a:gdLst/>
              <a:ahLst/>
              <a:cxnLst/>
              <a:rect r="r" b="b" t="t" l="l"/>
              <a:pathLst>
                <a:path h="12009120" w="19747357">
                  <a:moveTo>
                    <a:pt x="0" y="0"/>
                  </a:moveTo>
                  <a:lnTo>
                    <a:pt x="19747357" y="0"/>
                  </a:lnTo>
                  <a:lnTo>
                    <a:pt x="19747357" y="12009120"/>
                  </a:lnTo>
                  <a:lnTo>
                    <a:pt x="0" y="1200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" r="0" b="-1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950777"/>
            <a:ext cx="18309793" cy="348396"/>
          </a:xfrm>
          <a:custGeom>
            <a:avLst/>
            <a:gdLst/>
            <a:ahLst/>
            <a:cxnLst/>
            <a:rect r="r" b="b" t="t" l="l"/>
            <a:pathLst>
              <a:path h="348396" w="18309793">
                <a:moveTo>
                  <a:pt x="0" y="0"/>
                </a:moveTo>
                <a:lnTo>
                  <a:pt x="18309794" y="0"/>
                </a:lnTo>
                <a:lnTo>
                  <a:pt x="18309794" y="348396"/>
                </a:lnTo>
                <a:lnTo>
                  <a:pt x="0" y="3483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94115" y="9922954"/>
            <a:ext cx="1545212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Ananda Rimal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05532" y="9922954"/>
            <a:ext cx="508521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 action="ppaction://hlinksldjump"/>
              </a:rPr>
              <a:t>PCA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75797" y="9922954"/>
            <a:ext cx="1670685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August 3,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96834" y="9922954"/>
            <a:ext cx="610257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3/21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9979" y="409451"/>
            <a:ext cx="16050139" cy="9007145"/>
            <a:chOff x="0" y="0"/>
            <a:chExt cx="21400186" cy="12009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00136" cy="12009501"/>
            </a:xfrm>
            <a:custGeom>
              <a:avLst/>
              <a:gdLst/>
              <a:ahLst/>
              <a:cxnLst/>
              <a:rect r="r" b="b" t="t" l="l"/>
              <a:pathLst>
                <a:path h="12009501" w="21400136">
                  <a:moveTo>
                    <a:pt x="0" y="0"/>
                  </a:moveTo>
                  <a:lnTo>
                    <a:pt x="21400136" y="0"/>
                  </a:lnTo>
                  <a:lnTo>
                    <a:pt x="21400136" y="12009501"/>
                  </a:lnTo>
                  <a:lnTo>
                    <a:pt x="0" y="12009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950777"/>
            <a:ext cx="18309793" cy="348396"/>
          </a:xfrm>
          <a:custGeom>
            <a:avLst/>
            <a:gdLst/>
            <a:ahLst/>
            <a:cxnLst/>
            <a:rect r="r" b="b" t="t" l="l"/>
            <a:pathLst>
              <a:path h="348396" w="18309793">
                <a:moveTo>
                  <a:pt x="0" y="0"/>
                </a:moveTo>
                <a:lnTo>
                  <a:pt x="18309794" y="0"/>
                </a:lnTo>
                <a:lnTo>
                  <a:pt x="18309794" y="348396"/>
                </a:lnTo>
                <a:lnTo>
                  <a:pt x="0" y="3483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94115" y="9922954"/>
            <a:ext cx="1545212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Ananda Rimal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05532" y="9922954"/>
            <a:ext cx="508521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5" action="ppaction://hlinksldjump"/>
              </a:rPr>
              <a:t>PCA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75797" y="9922954"/>
            <a:ext cx="1670685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August 3,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96834" y="9922954"/>
            <a:ext cx="610257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4/21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14" y="2502999"/>
            <a:ext cx="403612" cy="403612"/>
            <a:chOff x="0" y="0"/>
            <a:chExt cx="538150" cy="538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8099" cy="538099"/>
            </a:xfrm>
            <a:custGeom>
              <a:avLst/>
              <a:gdLst/>
              <a:ahLst/>
              <a:cxnLst/>
              <a:rect r="r" b="b" t="t" l="l"/>
              <a:pathLst>
                <a:path h="538099" w="538099">
                  <a:moveTo>
                    <a:pt x="0" y="0"/>
                  </a:moveTo>
                  <a:lnTo>
                    <a:pt x="538099" y="0"/>
                  </a:lnTo>
                  <a:lnTo>
                    <a:pt x="538099" y="538099"/>
                  </a:lnTo>
                  <a:lnTo>
                    <a:pt x="0" y="538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9" b="-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6314" y="3391148"/>
            <a:ext cx="403612" cy="403612"/>
            <a:chOff x="0" y="0"/>
            <a:chExt cx="538150" cy="538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8099" cy="538099"/>
            </a:xfrm>
            <a:custGeom>
              <a:avLst/>
              <a:gdLst/>
              <a:ahLst/>
              <a:cxnLst/>
              <a:rect r="r" b="b" t="t" l="l"/>
              <a:pathLst>
                <a:path h="538099" w="538099">
                  <a:moveTo>
                    <a:pt x="0" y="0"/>
                  </a:moveTo>
                  <a:lnTo>
                    <a:pt x="538099" y="0"/>
                  </a:lnTo>
                  <a:lnTo>
                    <a:pt x="538099" y="538099"/>
                  </a:lnTo>
                  <a:lnTo>
                    <a:pt x="0" y="538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" b="-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86314" y="4279306"/>
            <a:ext cx="403612" cy="403612"/>
            <a:chOff x="0" y="0"/>
            <a:chExt cx="538150" cy="538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099" cy="538099"/>
            </a:xfrm>
            <a:custGeom>
              <a:avLst/>
              <a:gdLst/>
              <a:ahLst/>
              <a:cxnLst/>
              <a:rect r="r" b="b" t="t" l="l"/>
              <a:pathLst>
                <a:path h="538099" w="538099">
                  <a:moveTo>
                    <a:pt x="0" y="0"/>
                  </a:moveTo>
                  <a:lnTo>
                    <a:pt x="538099" y="0"/>
                  </a:lnTo>
                  <a:lnTo>
                    <a:pt x="538099" y="538099"/>
                  </a:lnTo>
                  <a:lnTo>
                    <a:pt x="0" y="538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6314" y="5167484"/>
            <a:ext cx="403612" cy="403612"/>
            <a:chOff x="0" y="0"/>
            <a:chExt cx="538150" cy="538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8099" cy="538099"/>
            </a:xfrm>
            <a:custGeom>
              <a:avLst/>
              <a:gdLst/>
              <a:ahLst/>
              <a:cxnLst/>
              <a:rect r="r" b="b" t="t" l="l"/>
              <a:pathLst>
                <a:path h="538099" w="538099">
                  <a:moveTo>
                    <a:pt x="0" y="0"/>
                  </a:moveTo>
                  <a:lnTo>
                    <a:pt x="538099" y="0"/>
                  </a:lnTo>
                  <a:lnTo>
                    <a:pt x="538099" y="538099"/>
                  </a:lnTo>
                  <a:lnTo>
                    <a:pt x="0" y="538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6314" y="6055633"/>
            <a:ext cx="403612" cy="403612"/>
            <a:chOff x="0" y="0"/>
            <a:chExt cx="538150" cy="538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8099" cy="538099"/>
            </a:xfrm>
            <a:custGeom>
              <a:avLst/>
              <a:gdLst/>
              <a:ahLst/>
              <a:cxnLst/>
              <a:rect r="r" b="b" t="t" l="l"/>
              <a:pathLst>
                <a:path h="538099" w="538099">
                  <a:moveTo>
                    <a:pt x="0" y="0"/>
                  </a:moveTo>
                  <a:lnTo>
                    <a:pt x="538099" y="0"/>
                  </a:lnTo>
                  <a:lnTo>
                    <a:pt x="538099" y="538099"/>
                  </a:lnTo>
                  <a:lnTo>
                    <a:pt x="0" y="538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6314" y="6943782"/>
            <a:ext cx="403612" cy="403612"/>
            <a:chOff x="0" y="0"/>
            <a:chExt cx="538150" cy="538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8099" cy="538099"/>
            </a:xfrm>
            <a:custGeom>
              <a:avLst/>
              <a:gdLst/>
              <a:ahLst/>
              <a:cxnLst/>
              <a:rect r="r" b="b" t="t" l="l"/>
              <a:pathLst>
                <a:path h="538099" w="538099">
                  <a:moveTo>
                    <a:pt x="0" y="0"/>
                  </a:moveTo>
                  <a:lnTo>
                    <a:pt x="538099" y="0"/>
                  </a:lnTo>
                  <a:lnTo>
                    <a:pt x="538099" y="538099"/>
                  </a:lnTo>
                  <a:lnTo>
                    <a:pt x="0" y="538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6314" y="7831960"/>
            <a:ext cx="403612" cy="403612"/>
            <a:chOff x="0" y="0"/>
            <a:chExt cx="538150" cy="538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8099" cy="538099"/>
            </a:xfrm>
            <a:custGeom>
              <a:avLst/>
              <a:gdLst/>
              <a:ahLst/>
              <a:cxnLst/>
              <a:rect r="r" b="b" t="t" l="l"/>
              <a:pathLst>
                <a:path h="538099" w="538099">
                  <a:moveTo>
                    <a:pt x="0" y="0"/>
                  </a:moveTo>
                  <a:lnTo>
                    <a:pt x="538099" y="0"/>
                  </a:lnTo>
                  <a:lnTo>
                    <a:pt x="538099" y="538099"/>
                  </a:lnTo>
                  <a:lnTo>
                    <a:pt x="0" y="538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9" b="-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0" y="0"/>
            <a:ext cx="18309803" cy="1113015"/>
            <a:chOff x="0" y="0"/>
            <a:chExt cx="24413070" cy="14840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413083" cy="1483995"/>
            </a:xfrm>
            <a:custGeom>
              <a:avLst/>
              <a:gdLst/>
              <a:ahLst/>
              <a:cxnLst/>
              <a:rect r="r" b="b" t="t" l="l"/>
              <a:pathLst>
                <a:path h="1483995" w="24413083">
                  <a:moveTo>
                    <a:pt x="0" y="0"/>
                  </a:moveTo>
                  <a:lnTo>
                    <a:pt x="0" y="1483995"/>
                  </a:lnTo>
                  <a:lnTo>
                    <a:pt x="24413083" y="1483995"/>
                  </a:lnTo>
                  <a:lnTo>
                    <a:pt x="24413083" y="0"/>
                  </a:lnTo>
                  <a:close/>
                </a:path>
              </a:pathLst>
            </a:custGeom>
            <a:solidFill>
              <a:srgbClr val="3333B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9729368"/>
            <a:ext cx="18732179" cy="807520"/>
            <a:chOff x="0" y="0"/>
            <a:chExt cx="24976239" cy="10766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976201" cy="1076706"/>
            </a:xfrm>
            <a:custGeom>
              <a:avLst/>
              <a:gdLst/>
              <a:ahLst/>
              <a:cxnLst/>
              <a:rect r="r" b="b" t="t" l="l"/>
              <a:pathLst>
                <a:path h="1076706" w="24976201">
                  <a:moveTo>
                    <a:pt x="0" y="0"/>
                  </a:moveTo>
                  <a:lnTo>
                    <a:pt x="24976201" y="0"/>
                  </a:lnTo>
                  <a:lnTo>
                    <a:pt x="24976201" y="1076706"/>
                  </a:lnTo>
                  <a:lnTo>
                    <a:pt x="0" y="1076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6" t="0" r="-46" b="1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43329" y="122558"/>
            <a:ext cx="1758191" cy="87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sz="4558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Outline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94115" y="9922954"/>
            <a:ext cx="1545212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Ananda Rimal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05532" y="9922954"/>
            <a:ext cx="508521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10" action="ppaction://hlinksldjump"/>
              </a:rPr>
              <a:t>PCA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75797" y="9922954"/>
            <a:ext cx="1670685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August 3, 2026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496834" y="9922954"/>
            <a:ext cx="610257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5/21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1153" y="2493845"/>
            <a:ext cx="130769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1213" y="1886302"/>
            <a:ext cx="10851080" cy="642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9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Real-World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Products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Using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PCA</a:t>
            </a:r>
          </a:p>
          <a:p>
            <a:pPr algn="l">
              <a:lnSpc>
                <a:spcPts val="7009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Visual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Understanding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PCA</a:t>
            </a:r>
          </a:p>
          <a:p>
            <a:pPr algn="l">
              <a:lnSpc>
                <a:spcPts val="7009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Why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Need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PCA?</a:t>
            </a:r>
          </a:p>
          <a:p>
            <a:pPr algn="l">
              <a:lnSpc>
                <a:spcPts val="7009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Simple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2D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Example: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Student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Scores</a:t>
            </a:r>
          </a:p>
          <a:p>
            <a:pPr algn="l">
              <a:lnSpc>
                <a:spcPts val="7009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PCA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Step-by-Step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Mathematics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(Direct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Covariance) Complete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PCA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Algorithm</a:t>
            </a:r>
          </a:p>
          <a:p>
            <a:pPr algn="l">
              <a:lnSpc>
                <a:spcPts val="7009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Another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Example: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Solving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Cv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=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λv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1153" y="3384147"/>
            <a:ext cx="130769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1153" y="4274449"/>
            <a:ext cx="130769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41153" y="5164741"/>
            <a:ext cx="130769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1153" y="6055042"/>
            <a:ext cx="130769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1153" y="6945401"/>
            <a:ext cx="130769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41153" y="7835703"/>
            <a:ext cx="130769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9803" cy="1113015"/>
            <a:chOff x="0" y="0"/>
            <a:chExt cx="24413070" cy="1484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3083" cy="1483995"/>
            </a:xfrm>
            <a:custGeom>
              <a:avLst/>
              <a:gdLst/>
              <a:ahLst/>
              <a:cxnLst/>
              <a:rect r="r" b="b" t="t" l="l"/>
              <a:pathLst>
                <a:path h="1483995" w="24413083">
                  <a:moveTo>
                    <a:pt x="0" y="0"/>
                  </a:moveTo>
                  <a:lnTo>
                    <a:pt x="0" y="1483995"/>
                  </a:lnTo>
                  <a:lnTo>
                    <a:pt x="24413083" y="1483995"/>
                  </a:lnTo>
                  <a:lnTo>
                    <a:pt x="24413083" y="0"/>
                  </a:lnTo>
                  <a:close/>
                </a:path>
              </a:pathLst>
            </a:custGeom>
            <a:solidFill>
              <a:srgbClr val="3333B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57" y="6661194"/>
            <a:ext cx="18368839" cy="1897532"/>
            <a:chOff x="0" y="0"/>
            <a:chExt cx="24491785" cy="25300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91823" cy="2530094"/>
            </a:xfrm>
            <a:custGeom>
              <a:avLst/>
              <a:gdLst/>
              <a:ahLst/>
              <a:cxnLst/>
              <a:rect r="r" b="b" t="t" l="l"/>
              <a:pathLst>
                <a:path h="2530094" w="24491823">
                  <a:moveTo>
                    <a:pt x="0" y="0"/>
                  </a:moveTo>
                  <a:lnTo>
                    <a:pt x="24491823" y="0"/>
                  </a:lnTo>
                  <a:lnTo>
                    <a:pt x="24491823" y="2530094"/>
                  </a:lnTo>
                  <a:lnTo>
                    <a:pt x="0" y="2530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9" r="0" b="-52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729368"/>
            <a:ext cx="18732179" cy="807520"/>
            <a:chOff x="0" y="0"/>
            <a:chExt cx="24976239" cy="1076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976201" cy="1076706"/>
            </a:xfrm>
            <a:custGeom>
              <a:avLst/>
              <a:gdLst/>
              <a:ahLst/>
              <a:cxnLst/>
              <a:rect r="r" b="b" t="t" l="l"/>
              <a:pathLst>
                <a:path h="1076706" w="24976201">
                  <a:moveTo>
                    <a:pt x="0" y="0"/>
                  </a:moveTo>
                  <a:lnTo>
                    <a:pt x="24976201" y="0"/>
                  </a:lnTo>
                  <a:lnTo>
                    <a:pt x="24976201" y="1076706"/>
                  </a:lnTo>
                  <a:lnTo>
                    <a:pt x="0" y="1076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" t="0" r="-46" b="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43329" y="122558"/>
            <a:ext cx="7087210" cy="87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sz="4558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More PCA-Powered Products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6354" y="2242671"/>
            <a:ext cx="349406" cy="380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9"/>
              </a:lnSpc>
            </a:pPr>
            <a:r>
              <a:rPr lang="en-US" sz="3464" spc="613">
                <a:solidFill>
                  <a:srgbClr val="3333B2"/>
                </a:solidFill>
                <a:latin typeface="Montserrat"/>
                <a:ea typeface="Montserrat"/>
                <a:cs typeface="Montserrat"/>
                <a:sym typeface="Montserrat"/>
              </a:rPr>
              <a:t>▶ ▶ ▶ ▶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52174" y="2218211"/>
            <a:ext cx="349406" cy="380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9"/>
              </a:lnSpc>
            </a:pPr>
            <a:r>
              <a:rPr lang="en-US" sz="3464" spc="613">
                <a:solidFill>
                  <a:srgbClr val="3333B2"/>
                </a:solidFill>
                <a:latin typeface="Montserrat"/>
                <a:ea typeface="Montserrat"/>
                <a:cs typeface="Montserrat"/>
                <a:sym typeface="Montserrat"/>
              </a:rPr>
              <a:t>▶ ▶ ▶ ▶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9138" y="2274675"/>
            <a:ext cx="4418428" cy="375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9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Credit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Scoring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(FICO) Adobe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Photoshop MATLAB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/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Scikit-learn Weather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Forecasting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0398" y="7430681"/>
            <a:ext cx="13720601" cy="66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All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deal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high-dimensional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needing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compression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visualization!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14959" y="2250215"/>
            <a:ext cx="3838118" cy="375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9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Bloomberg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Terminal MRI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/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Scanners Cybersecurity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Tools Google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0398" y="6789249"/>
            <a:ext cx="3457670" cy="69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sz="3798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Common Pattern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94115" y="9922954"/>
            <a:ext cx="1545212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Ananda Rimal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05532" y="9922954"/>
            <a:ext cx="508521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4" action="ppaction://hlinksldjump"/>
              </a:rPr>
              <a:t>PCA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75769" y="9922954"/>
            <a:ext cx="1670685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August 3, 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496834" y="9922954"/>
            <a:ext cx="610257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6/21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6240" y="3346514"/>
            <a:ext cx="4091188" cy="3713702"/>
          </a:xfrm>
          <a:custGeom>
            <a:avLst/>
            <a:gdLst/>
            <a:ahLst/>
            <a:cxnLst/>
            <a:rect r="r" b="b" t="t" l="l"/>
            <a:pathLst>
              <a:path h="3713702" w="4091188">
                <a:moveTo>
                  <a:pt x="0" y="0"/>
                </a:moveTo>
                <a:lnTo>
                  <a:pt x="4091188" y="0"/>
                </a:lnTo>
                <a:lnTo>
                  <a:pt x="4091188" y="3713702"/>
                </a:lnTo>
                <a:lnTo>
                  <a:pt x="0" y="3713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309803" cy="1113015"/>
            <a:chOff x="0" y="0"/>
            <a:chExt cx="24413070" cy="1484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3083" cy="1483995"/>
            </a:xfrm>
            <a:custGeom>
              <a:avLst/>
              <a:gdLst/>
              <a:ahLst/>
              <a:cxnLst/>
              <a:rect r="r" b="b" t="t" l="l"/>
              <a:pathLst>
                <a:path h="1483995" w="24413083">
                  <a:moveTo>
                    <a:pt x="0" y="0"/>
                  </a:moveTo>
                  <a:lnTo>
                    <a:pt x="0" y="1483995"/>
                  </a:lnTo>
                  <a:lnTo>
                    <a:pt x="24413083" y="1483995"/>
                  </a:lnTo>
                  <a:lnTo>
                    <a:pt x="24413083" y="0"/>
                  </a:lnTo>
                  <a:close/>
                </a:path>
              </a:pathLst>
            </a:custGeom>
            <a:solidFill>
              <a:srgbClr val="3333B2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0" y="9950777"/>
            <a:ext cx="18309793" cy="348396"/>
          </a:xfrm>
          <a:custGeom>
            <a:avLst/>
            <a:gdLst/>
            <a:ahLst/>
            <a:cxnLst/>
            <a:rect r="r" b="b" t="t" l="l"/>
            <a:pathLst>
              <a:path h="348396" w="18309793">
                <a:moveTo>
                  <a:pt x="0" y="0"/>
                </a:moveTo>
                <a:lnTo>
                  <a:pt x="18309794" y="0"/>
                </a:lnTo>
                <a:lnTo>
                  <a:pt x="18309794" y="348396"/>
                </a:lnTo>
                <a:lnTo>
                  <a:pt x="0" y="348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91246" y="3064231"/>
            <a:ext cx="4091188" cy="141294"/>
          </a:xfrm>
          <a:custGeom>
            <a:avLst/>
            <a:gdLst/>
            <a:ahLst/>
            <a:cxnLst/>
            <a:rect r="r" b="b" t="t" l="l"/>
            <a:pathLst>
              <a:path h="141294" w="4091188">
                <a:moveTo>
                  <a:pt x="0" y="0"/>
                </a:moveTo>
                <a:lnTo>
                  <a:pt x="4091187" y="0"/>
                </a:lnTo>
                <a:lnTo>
                  <a:pt x="4091187" y="141293"/>
                </a:lnTo>
                <a:lnTo>
                  <a:pt x="0" y="141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3329" y="122558"/>
            <a:ext cx="9288970" cy="87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sz="4558" spc="15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Visual Intuition: What Does PCA Do?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79943" y="2455869"/>
            <a:ext cx="2915183" cy="49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9"/>
              </a:lnSpc>
            </a:pPr>
            <a:r>
              <a:rPr lang="en-US" sz="2848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</a:t>
            </a:r>
            <a:r>
              <a:rPr lang="en-US" sz="2848" spc="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848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2D</a:t>
            </a:r>
            <a:r>
              <a:rPr lang="en-US" sz="2848" spc="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848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42106" y="2455926"/>
            <a:ext cx="4403989" cy="49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9"/>
              </a:lnSpc>
            </a:pPr>
            <a:r>
              <a:rPr lang="en-US" sz="2848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After</a:t>
            </a:r>
            <a:r>
              <a:rPr lang="en-US" sz="2848" spc="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848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PCA:</a:t>
            </a:r>
            <a:r>
              <a:rPr lang="en-US" sz="2848" spc="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848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1D</a:t>
            </a:r>
            <a:r>
              <a:rPr lang="en-US" sz="2848" spc="6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848" spc="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4007" y="3058668"/>
            <a:ext cx="232477" cy="47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89252" y="6873659"/>
            <a:ext cx="232477" cy="47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71912" y="3212897"/>
            <a:ext cx="130769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94115" y="9922926"/>
            <a:ext cx="1545212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Ananda Rimal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17185" y="7027907"/>
            <a:ext cx="130769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05532" y="9922926"/>
            <a:ext cx="508521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8" action="ppaction://hlinksldjump"/>
              </a:rPr>
              <a:t>PCA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75797" y="9922926"/>
            <a:ext cx="1670685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August 3, 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496834" y="9922926"/>
            <a:ext cx="610257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7/21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08101" y="4075547"/>
            <a:ext cx="641804" cy="45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3" spc="6">
                <a:solidFill>
                  <a:srgbClr val="0E7C86"/>
                </a:solidFill>
                <a:latin typeface="IBM Plex Sans"/>
                <a:ea typeface="IBM Plex Sans"/>
                <a:cs typeface="IBM Plex Sans"/>
                <a:sym typeface="IBM Plex Sans"/>
              </a:rPr>
              <a:t>PC2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44767" y="3288192"/>
            <a:ext cx="641804" cy="45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3" spc="6">
                <a:solidFill>
                  <a:srgbClr val="F25C5C"/>
                </a:solidFill>
                <a:latin typeface="IBM Plex Sans"/>
                <a:ea typeface="IBM Plex Sans"/>
                <a:cs typeface="IBM Plex Sans"/>
                <a:sym typeface="IBM Plex Sans"/>
              </a:rPr>
              <a:t>PC1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78510" y="3137459"/>
            <a:ext cx="619916" cy="47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3" spc="-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PC1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15576" y="3532013"/>
            <a:ext cx="4595527" cy="47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533" spc="-25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all</a:t>
            </a:r>
            <a:r>
              <a:rPr lang="en-US" sz="2533" spc="-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33" spc="-25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  <a:r>
              <a:rPr lang="en-US" sz="2533" spc="-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33" spc="-25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r>
              <a:rPr lang="en-US" sz="2533" spc="-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33" spc="-25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live</a:t>
            </a:r>
            <a:r>
              <a:rPr lang="en-US" sz="2533" spc="-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33" spc="-25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on</a:t>
            </a:r>
            <a:r>
              <a:rPr lang="en-US" sz="2533" spc="-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33" spc="-25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ONE</a:t>
            </a:r>
            <a:r>
              <a:rPr lang="en-US" sz="2533" spc="-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33" spc="-25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axis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13574" y="8104975"/>
            <a:ext cx="13344696" cy="66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PCA</a:t>
            </a:r>
            <a:r>
              <a:rPr lang="en-US" sz="3464" spc="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finds</a:t>
            </a:r>
            <a:r>
              <a:rPr lang="en-US" sz="3464" spc="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3464" spc="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direction</a:t>
            </a:r>
            <a:r>
              <a:rPr lang="en-US" sz="3464" spc="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(PC1)</a:t>
            </a:r>
            <a:r>
              <a:rPr lang="en-US" sz="3464" spc="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that</a:t>
            </a:r>
            <a:r>
              <a:rPr lang="en-US" sz="3464" spc="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captures</a:t>
            </a:r>
            <a:r>
              <a:rPr lang="en-US" sz="3464" spc="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maximum</a:t>
            </a:r>
            <a:r>
              <a:rPr lang="en-US" sz="3464" spc="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variance!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9803" cy="1113015"/>
            <a:chOff x="0" y="0"/>
            <a:chExt cx="24413070" cy="1484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3083" cy="1483995"/>
            </a:xfrm>
            <a:custGeom>
              <a:avLst/>
              <a:gdLst/>
              <a:ahLst/>
              <a:cxnLst/>
              <a:rect r="r" b="b" t="t" l="l"/>
              <a:pathLst>
                <a:path h="1483995" w="24413083">
                  <a:moveTo>
                    <a:pt x="0" y="0"/>
                  </a:moveTo>
                  <a:lnTo>
                    <a:pt x="0" y="1483995"/>
                  </a:lnTo>
                  <a:lnTo>
                    <a:pt x="24413083" y="1483995"/>
                  </a:lnTo>
                  <a:lnTo>
                    <a:pt x="24413083" y="0"/>
                  </a:lnTo>
                  <a:close/>
                </a:path>
              </a:pathLst>
            </a:custGeom>
            <a:solidFill>
              <a:srgbClr val="3333B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0" y="9950777"/>
            <a:ext cx="18309793" cy="348396"/>
          </a:xfrm>
          <a:custGeom>
            <a:avLst/>
            <a:gdLst/>
            <a:ahLst/>
            <a:cxnLst/>
            <a:rect r="r" b="b" t="t" l="l"/>
            <a:pathLst>
              <a:path h="348396" w="18309793">
                <a:moveTo>
                  <a:pt x="0" y="0"/>
                </a:moveTo>
                <a:lnTo>
                  <a:pt x="18309794" y="0"/>
                </a:lnTo>
                <a:lnTo>
                  <a:pt x="18309794" y="348396"/>
                </a:lnTo>
                <a:lnTo>
                  <a:pt x="0" y="348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3329" y="122558"/>
            <a:ext cx="6453092" cy="87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sz="4558" spc="1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 Problems PCA Solves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6018" y="2799245"/>
            <a:ext cx="2602887" cy="66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Before</a:t>
            </a:r>
            <a:r>
              <a:rPr lang="en-US" sz="3464" spc="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PCA: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17987" y="2799245"/>
            <a:ext cx="2321728" cy="66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4" spc="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After</a:t>
            </a:r>
            <a:r>
              <a:rPr lang="en-US" sz="3464" spc="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464" spc="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PCA: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4125" y="3195752"/>
            <a:ext cx="349406" cy="483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09"/>
              </a:lnSpc>
            </a:pPr>
            <a:r>
              <a:rPr lang="en-US" sz="3464" spc="613">
                <a:solidFill>
                  <a:srgbClr val="3333B2"/>
                </a:solidFill>
                <a:latin typeface="Montserrat"/>
                <a:ea typeface="Montserrat"/>
                <a:cs typeface="Montserrat"/>
                <a:sym typeface="Montserrat"/>
              </a:rPr>
              <a:t>▶ ▶ ▶ ▶ ▶ ▶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6084" y="3195752"/>
            <a:ext cx="349406" cy="483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09"/>
              </a:lnSpc>
            </a:pPr>
            <a:r>
              <a:rPr lang="en-US" sz="3464" spc="613">
                <a:solidFill>
                  <a:srgbClr val="3333B2"/>
                </a:solidFill>
                <a:latin typeface="Montserrat"/>
                <a:ea typeface="Montserrat"/>
                <a:cs typeface="Montserrat"/>
                <a:sym typeface="Montserrat"/>
              </a:rPr>
              <a:t>▶ ▶ ▶ ▶ ▶ ▶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6871" y="3227718"/>
            <a:ext cx="5255981" cy="478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9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Can’t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visualize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100D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 ML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models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train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slowly Redundant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information Noise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degrades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performance Storage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costs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 Overfitting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risk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98811" y="3227718"/>
            <a:ext cx="5409428" cy="478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9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Plot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2D/3D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easily Training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10x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faster</a:t>
            </a:r>
          </a:p>
          <a:p>
            <a:pPr algn="l">
              <a:lnSpc>
                <a:spcPts val="6109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Retain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95%+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information Noise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automatically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removed 90%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compression</a:t>
            </a:r>
          </a:p>
          <a:p>
            <a:pPr algn="l">
              <a:lnSpc>
                <a:spcPts val="6109"/>
              </a:lnSpc>
            </a:pP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Better</a:t>
            </a:r>
            <a:r>
              <a:rPr lang="en-US" sz="3464" spc="-6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3464" spc="-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generalization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94115" y="9922954"/>
            <a:ext cx="1545212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Ananda Rimal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05532" y="9922954"/>
            <a:ext cx="508521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 u="sng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  <a:hlinkClick r:id="rId4" action="ppaction://hlinksldjump"/>
              </a:rPr>
              <a:t>PCA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75797" y="9922954"/>
            <a:ext cx="1670685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-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August 3,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496834" y="9922954"/>
            <a:ext cx="610257" cy="34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spc="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8/21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055690" cy="9959345"/>
          </a:xfrm>
          <a:custGeom>
            <a:avLst/>
            <a:gdLst/>
            <a:ahLst/>
            <a:cxnLst/>
            <a:rect r="r" b="b" t="t" l="l"/>
            <a:pathLst>
              <a:path h="9959345" w="18055690">
                <a:moveTo>
                  <a:pt x="0" y="0"/>
                </a:moveTo>
                <a:lnTo>
                  <a:pt x="18055690" y="0"/>
                </a:lnTo>
                <a:lnTo>
                  <a:pt x="18055690" y="9959345"/>
                </a:lnTo>
                <a:lnTo>
                  <a:pt x="0" y="9959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023" y="0"/>
            <a:ext cx="15084790" cy="10056533"/>
            <a:chOff x="0" y="0"/>
            <a:chExt cx="20113054" cy="13408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3117" cy="13408661"/>
            </a:xfrm>
            <a:custGeom>
              <a:avLst/>
              <a:gdLst/>
              <a:ahLst/>
              <a:cxnLst/>
              <a:rect r="r" b="b" t="t" l="l"/>
              <a:pathLst>
                <a:path h="13408661" w="20113117">
                  <a:moveTo>
                    <a:pt x="0" y="0"/>
                  </a:moveTo>
                  <a:lnTo>
                    <a:pt x="20113117" y="0"/>
                  </a:lnTo>
                  <a:lnTo>
                    <a:pt x="20113117" y="13408661"/>
                  </a:lnTo>
                  <a:lnTo>
                    <a:pt x="0" y="13408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1255" y="0"/>
            <a:ext cx="15237428" cy="10158289"/>
            <a:chOff x="0" y="0"/>
            <a:chExt cx="20316571" cy="135443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16571" cy="13544423"/>
            </a:xfrm>
            <a:custGeom>
              <a:avLst/>
              <a:gdLst/>
              <a:ahLst/>
              <a:cxnLst/>
              <a:rect r="r" b="b" t="t" l="l"/>
              <a:pathLst>
                <a:path h="13544423" w="20316571">
                  <a:moveTo>
                    <a:pt x="0" y="0"/>
                  </a:moveTo>
                  <a:lnTo>
                    <a:pt x="20316571" y="0"/>
                  </a:lnTo>
                  <a:lnTo>
                    <a:pt x="20316571" y="13544423"/>
                  </a:lnTo>
                  <a:lnTo>
                    <a:pt x="0" y="13544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1967"/>
            <a:ext cx="13741669" cy="10195033"/>
          </a:xfrm>
          <a:custGeom>
            <a:avLst/>
            <a:gdLst/>
            <a:ahLst/>
            <a:cxnLst/>
            <a:rect r="r" b="b" t="t" l="l"/>
            <a:pathLst>
              <a:path h="10195033" w="13741669">
                <a:moveTo>
                  <a:pt x="0" y="0"/>
                </a:moveTo>
                <a:lnTo>
                  <a:pt x="13741669" y="0"/>
                </a:lnTo>
                <a:lnTo>
                  <a:pt x="13741669" y="10195033"/>
                </a:lnTo>
                <a:lnTo>
                  <a:pt x="0" y="1019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4759" y="-148189"/>
            <a:ext cx="14311179" cy="10583379"/>
          </a:xfrm>
          <a:custGeom>
            <a:avLst/>
            <a:gdLst/>
            <a:ahLst/>
            <a:cxnLst/>
            <a:rect r="r" b="b" t="t" l="l"/>
            <a:pathLst>
              <a:path h="10583379" w="14311179">
                <a:moveTo>
                  <a:pt x="0" y="0"/>
                </a:moveTo>
                <a:lnTo>
                  <a:pt x="14311178" y="0"/>
                </a:lnTo>
                <a:lnTo>
                  <a:pt x="14311178" y="10583378"/>
                </a:lnTo>
                <a:lnTo>
                  <a:pt x="0" y="1058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7489" y="63356"/>
            <a:ext cx="14137122" cy="10223644"/>
          </a:xfrm>
          <a:custGeom>
            <a:avLst/>
            <a:gdLst/>
            <a:ahLst/>
            <a:cxnLst/>
            <a:rect r="r" b="b" t="t" l="l"/>
            <a:pathLst>
              <a:path h="10223644" w="14137122">
                <a:moveTo>
                  <a:pt x="0" y="0"/>
                </a:moveTo>
                <a:lnTo>
                  <a:pt x="14137122" y="0"/>
                </a:lnTo>
                <a:lnTo>
                  <a:pt x="14137122" y="10223644"/>
                </a:lnTo>
                <a:lnTo>
                  <a:pt x="0" y="10223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58" r="0" b="-3058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394" y="153018"/>
            <a:ext cx="13560406" cy="10133982"/>
          </a:xfrm>
          <a:custGeom>
            <a:avLst/>
            <a:gdLst/>
            <a:ahLst/>
            <a:cxnLst/>
            <a:rect r="r" b="b" t="t" l="l"/>
            <a:pathLst>
              <a:path h="10133982" w="13560406">
                <a:moveTo>
                  <a:pt x="0" y="0"/>
                </a:moveTo>
                <a:lnTo>
                  <a:pt x="13560406" y="0"/>
                </a:lnTo>
                <a:lnTo>
                  <a:pt x="13560406" y="10133982"/>
                </a:lnTo>
                <a:lnTo>
                  <a:pt x="0" y="10133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0843" y="0"/>
            <a:ext cx="13737703" cy="10287000"/>
          </a:xfrm>
          <a:custGeom>
            <a:avLst/>
            <a:gdLst/>
            <a:ahLst/>
            <a:cxnLst/>
            <a:rect r="r" b="b" t="t" l="l"/>
            <a:pathLst>
              <a:path h="10287000" w="13737703">
                <a:moveTo>
                  <a:pt x="0" y="0"/>
                </a:moveTo>
                <a:lnTo>
                  <a:pt x="13737702" y="0"/>
                </a:lnTo>
                <a:lnTo>
                  <a:pt x="137377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677" y="-62448"/>
            <a:ext cx="13808303" cy="9921506"/>
          </a:xfrm>
          <a:custGeom>
            <a:avLst/>
            <a:gdLst/>
            <a:ahLst/>
            <a:cxnLst/>
            <a:rect r="r" b="b" t="t" l="l"/>
            <a:pathLst>
              <a:path h="9921506" w="13808303">
                <a:moveTo>
                  <a:pt x="0" y="0"/>
                </a:moveTo>
                <a:lnTo>
                  <a:pt x="13808303" y="0"/>
                </a:lnTo>
                <a:lnTo>
                  <a:pt x="13808303" y="9921507"/>
                </a:lnTo>
                <a:lnTo>
                  <a:pt x="0" y="9921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37" r="0" b="-2337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9677" y="-35628"/>
            <a:ext cx="14030053" cy="9924668"/>
          </a:xfrm>
          <a:custGeom>
            <a:avLst/>
            <a:gdLst/>
            <a:ahLst/>
            <a:cxnLst/>
            <a:rect r="r" b="b" t="t" l="l"/>
            <a:pathLst>
              <a:path h="9924668" w="14030053">
                <a:moveTo>
                  <a:pt x="0" y="0"/>
                </a:moveTo>
                <a:lnTo>
                  <a:pt x="14030053" y="0"/>
                </a:lnTo>
                <a:lnTo>
                  <a:pt x="14030053" y="9924667"/>
                </a:lnTo>
                <a:lnTo>
                  <a:pt x="0" y="992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303335" cy="10008818"/>
          </a:xfrm>
          <a:custGeom>
            <a:avLst/>
            <a:gdLst/>
            <a:ahLst/>
            <a:cxnLst/>
            <a:rect r="r" b="b" t="t" l="l"/>
            <a:pathLst>
              <a:path h="10008818" w="13303335">
                <a:moveTo>
                  <a:pt x="0" y="0"/>
                </a:moveTo>
                <a:lnTo>
                  <a:pt x="13303335" y="0"/>
                </a:lnTo>
                <a:lnTo>
                  <a:pt x="13303335" y="10008818"/>
                </a:lnTo>
                <a:lnTo>
                  <a:pt x="0" y="10008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655285"/>
            <a:ext cx="13787303" cy="10305141"/>
          </a:xfrm>
          <a:custGeom>
            <a:avLst/>
            <a:gdLst/>
            <a:ahLst/>
            <a:cxnLst/>
            <a:rect r="r" b="b" t="t" l="l"/>
            <a:pathLst>
              <a:path h="10305141" w="13787303">
                <a:moveTo>
                  <a:pt x="0" y="0"/>
                </a:moveTo>
                <a:lnTo>
                  <a:pt x="13787303" y="0"/>
                </a:lnTo>
                <a:lnTo>
                  <a:pt x="13787303" y="10305141"/>
                </a:lnTo>
                <a:lnTo>
                  <a:pt x="0" y="10305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260" y="-215760"/>
            <a:ext cx="13677458" cy="10401109"/>
          </a:xfrm>
          <a:custGeom>
            <a:avLst/>
            <a:gdLst/>
            <a:ahLst/>
            <a:cxnLst/>
            <a:rect r="r" b="b" t="t" l="l"/>
            <a:pathLst>
              <a:path h="10401109" w="13677458">
                <a:moveTo>
                  <a:pt x="0" y="0"/>
                </a:moveTo>
                <a:lnTo>
                  <a:pt x="13677458" y="0"/>
                </a:lnTo>
                <a:lnTo>
                  <a:pt x="13677458" y="10401108"/>
                </a:lnTo>
                <a:lnTo>
                  <a:pt x="0" y="10401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929527" cy="10323932"/>
          </a:xfrm>
          <a:custGeom>
            <a:avLst/>
            <a:gdLst/>
            <a:ahLst/>
            <a:cxnLst/>
            <a:rect r="r" b="b" t="t" l="l"/>
            <a:pathLst>
              <a:path h="10323932" w="13929527">
                <a:moveTo>
                  <a:pt x="0" y="0"/>
                </a:moveTo>
                <a:lnTo>
                  <a:pt x="13929527" y="0"/>
                </a:lnTo>
                <a:lnTo>
                  <a:pt x="13929527" y="10323932"/>
                </a:lnTo>
                <a:lnTo>
                  <a:pt x="0" y="10323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223" y="11625"/>
            <a:ext cx="13367832" cy="10159553"/>
          </a:xfrm>
          <a:custGeom>
            <a:avLst/>
            <a:gdLst/>
            <a:ahLst/>
            <a:cxnLst/>
            <a:rect r="r" b="b" t="t" l="l"/>
            <a:pathLst>
              <a:path h="10159553" w="13367832">
                <a:moveTo>
                  <a:pt x="0" y="0"/>
                </a:moveTo>
                <a:lnTo>
                  <a:pt x="13367832" y="0"/>
                </a:lnTo>
                <a:lnTo>
                  <a:pt x="13367832" y="10159552"/>
                </a:lnTo>
                <a:lnTo>
                  <a:pt x="0" y="10159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248587" cy="10053853"/>
          </a:xfrm>
          <a:custGeom>
            <a:avLst/>
            <a:gdLst/>
            <a:ahLst/>
            <a:cxnLst/>
            <a:rect r="r" b="b" t="t" l="l"/>
            <a:pathLst>
              <a:path h="10053853" w="14248587">
                <a:moveTo>
                  <a:pt x="0" y="0"/>
                </a:moveTo>
                <a:lnTo>
                  <a:pt x="14248587" y="0"/>
                </a:lnTo>
                <a:lnTo>
                  <a:pt x="14248587" y="10053853"/>
                </a:lnTo>
                <a:lnTo>
                  <a:pt x="0" y="10053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27" r="0" b="-3827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669376" cy="10287000"/>
          </a:xfrm>
          <a:custGeom>
            <a:avLst/>
            <a:gdLst/>
            <a:ahLst/>
            <a:cxnLst/>
            <a:rect r="r" b="b" t="t" l="l"/>
            <a:pathLst>
              <a:path h="10287000" w="13669376">
                <a:moveTo>
                  <a:pt x="0" y="0"/>
                </a:moveTo>
                <a:lnTo>
                  <a:pt x="13669376" y="0"/>
                </a:lnTo>
                <a:lnTo>
                  <a:pt x="1366937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846347" cy="10064679"/>
          </a:xfrm>
          <a:custGeom>
            <a:avLst/>
            <a:gdLst/>
            <a:ahLst/>
            <a:cxnLst/>
            <a:rect r="r" b="b" t="t" l="l"/>
            <a:pathLst>
              <a:path h="10064679" w="13846347">
                <a:moveTo>
                  <a:pt x="0" y="0"/>
                </a:moveTo>
                <a:lnTo>
                  <a:pt x="13846347" y="0"/>
                </a:lnTo>
                <a:lnTo>
                  <a:pt x="13846347" y="10064679"/>
                </a:lnTo>
                <a:lnTo>
                  <a:pt x="0" y="10064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3" r="0" b="-1813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238635" cy="10325967"/>
          </a:xfrm>
          <a:custGeom>
            <a:avLst/>
            <a:gdLst/>
            <a:ahLst/>
            <a:cxnLst/>
            <a:rect r="r" b="b" t="t" l="l"/>
            <a:pathLst>
              <a:path h="10325967" w="14238635">
                <a:moveTo>
                  <a:pt x="0" y="0"/>
                </a:moveTo>
                <a:lnTo>
                  <a:pt x="14238635" y="0"/>
                </a:lnTo>
                <a:lnTo>
                  <a:pt x="14238635" y="10325967"/>
                </a:lnTo>
                <a:lnTo>
                  <a:pt x="0" y="10325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96" r="0" b="-1596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4037"/>
            <a:ext cx="13950416" cy="10410367"/>
          </a:xfrm>
          <a:custGeom>
            <a:avLst/>
            <a:gdLst/>
            <a:ahLst/>
            <a:cxnLst/>
            <a:rect r="r" b="b" t="t" l="l"/>
            <a:pathLst>
              <a:path h="10410367" w="13950416">
                <a:moveTo>
                  <a:pt x="0" y="0"/>
                </a:moveTo>
                <a:lnTo>
                  <a:pt x="13950416" y="0"/>
                </a:lnTo>
                <a:lnTo>
                  <a:pt x="13950416" y="10410367"/>
                </a:lnTo>
                <a:lnTo>
                  <a:pt x="0" y="10410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019" y="93518"/>
            <a:ext cx="13243653" cy="9973307"/>
          </a:xfrm>
          <a:custGeom>
            <a:avLst/>
            <a:gdLst/>
            <a:ahLst/>
            <a:cxnLst/>
            <a:rect r="r" b="b" t="t" l="l"/>
            <a:pathLst>
              <a:path h="9973307" w="13243653">
                <a:moveTo>
                  <a:pt x="0" y="0"/>
                </a:moveTo>
                <a:lnTo>
                  <a:pt x="13243653" y="0"/>
                </a:lnTo>
                <a:lnTo>
                  <a:pt x="13243653" y="9973307"/>
                </a:lnTo>
                <a:lnTo>
                  <a:pt x="0" y="9973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794421" cy="10342571"/>
          </a:xfrm>
          <a:custGeom>
            <a:avLst/>
            <a:gdLst/>
            <a:ahLst/>
            <a:cxnLst/>
            <a:rect r="r" b="b" t="t" l="l"/>
            <a:pathLst>
              <a:path h="10342571" w="13794421">
                <a:moveTo>
                  <a:pt x="0" y="0"/>
                </a:moveTo>
                <a:lnTo>
                  <a:pt x="13794421" y="0"/>
                </a:lnTo>
                <a:lnTo>
                  <a:pt x="13794421" y="10342571"/>
                </a:lnTo>
                <a:lnTo>
                  <a:pt x="0" y="10342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DAHR9c6mVR4</dc:identifier>
  <dcterms:modified xsi:type="dcterms:W3CDTF">2011-08-01T06:04:30Z</dcterms:modified>
  <cp:revision>1</cp:revision>
</cp:coreProperties>
</file>