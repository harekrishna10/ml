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2194" y="216903"/>
            <a:ext cx="16007106" cy="9003997"/>
          </a:xfrm>
          <a:custGeom>
            <a:avLst/>
            <a:gdLst/>
            <a:ahLst/>
            <a:cxnLst/>
            <a:rect r="r" b="b" t="t" l="l"/>
            <a:pathLst>
              <a:path h="9003997" w="16007106">
                <a:moveTo>
                  <a:pt x="0" y="0"/>
                </a:moveTo>
                <a:lnTo>
                  <a:pt x="16007106" y="0"/>
                </a:lnTo>
                <a:lnTo>
                  <a:pt x="16007106" y="9003997"/>
                </a:lnTo>
                <a:lnTo>
                  <a:pt x="0" y="90039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573405"/>
            <a:ext cx="15696208" cy="8829117"/>
          </a:xfrm>
          <a:custGeom>
            <a:avLst/>
            <a:gdLst/>
            <a:ahLst/>
            <a:cxnLst/>
            <a:rect r="r" b="b" t="t" l="l"/>
            <a:pathLst>
              <a:path h="8829117" w="15696208">
                <a:moveTo>
                  <a:pt x="0" y="0"/>
                </a:moveTo>
                <a:lnTo>
                  <a:pt x="15696208" y="0"/>
                </a:lnTo>
                <a:lnTo>
                  <a:pt x="15696208" y="8829117"/>
                </a:lnTo>
                <a:lnTo>
                  <a:pt x="0" y="882911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214032" y="1122998"/>
            <a:ext cx="2126933" cy="1117282"/>
            <a:chOff x="0" y="0"/>
            <a:chExt cx="2835910" cy="14897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50308"/>
              <a:ext cx="2734870" cy="1387891"/>
            </a:xfrm>
            <a:custGeom>
              <a:avLst/>
              <a:gdLst/>
              <a:ahLst/>
              <a:cxnLst/>
              <a:rect r="r" b="b" t="t" l="l"/>
              <a:pathLst>
                <a:path h="1387891" w="2734870">
                  <a:moveTo>
                    <a:pt x="236220" y="930132"/>
                  </a:moveTo>
                  <a:cubicBezTo>
                    <a:pt x="960120" y="925052"/>
                    <a:pt x="971550" y="926322"/>
                    <a:pt x="1008380" y="916162"/>
                  </a:cubicBezTo>
                  <a:cubicBezTo>
                    <a:pt x="1065530" y="900922"/>
                    <a:pt x="1143000" y="869172"/>
                    <a:pt x="1215390" y="832342"/>
                  </a:cubicBezTo>
                  <a:cubicBezTo>
                    <a:pt x="1304290" y="786622"/>
                    <a:pt x="1440180" y="676132"/>
                    <a:pt x="1496060" y="653272"/>
                  </a:cubicBezTo>
                  <a:cubicBezTo>
                    <a:pt x="1518920" y="644382"/>
                    <a:pt x="1529080" y="641842"/>
                    <a:pt x="1546860" y="644382"/>
                  </a:cubicBezTo>
                  <a:cubicBezTo>
                    <a:pt x="1568450" y="646922"/>
                    <a:pt x="1601470" y="658352"/>
                    <a:pt x="1615440" y="674862"/>
                  </a:cubicBezTo>
                  <a:cubicBezTo>
                    <a:pt x="1628140" y="688832"/>
                    <a:pt x="1633220" y="711692"/>
                    <a:pt x="1631950" y="729472"/>
                  </a:cubicBezTo>
                  <a:cubicBezTo>
                    <a:pt x="1631950" y="747252"/>
                    <a:pt x="1624330" y="762492"/>
                    <a:pt x="1609090" y="781542"/>
                  </a:cubicBezTo>
                  <a:cubicBezTo>
                    <a:pt x="1578610" y="817102"/>
                    <a:pt x="1502410" y="859012"/>
                    <a:pt x="1431290" y="897112"/>
                  </a:cubicBezTo>
                  <a:cubicBezTo>
                    <a:pt x="1336040" y="949182"/>
                    <a:pt x="1211580" y="1001252"/>
                    <a:pt x="1083310" y="1052052"/>
                  </a:cubicBezTo>
                  <a:cubicBezTo>
                    <a:pt x="930910" y="1111742"/>
                    <a:pt x="730250" y="1182862"/>
                    <a:pt x="574040" y="1226042"/>
                  </a:cubicBezTo>
                  <a:cubicBezTo>
                    <a:pt x="444500" y="1261602"/>
                    <a:pt x="306070" y="1287002"/>
                    <a:pt x="213360" y="1300972"/>
                  </a:cubicBezTo>
                  <a:cubicBezTo>
                    <a:pt x="154940" y="1309862"/>
                    <a:pt x="105410" y="1317482"/>
                    <a:pt x="71120" y="1313672"/>
                  </a:cubicBezTo>
                  <a:cubicBezTo>
                    <a:pt x="52070" y="1311132"/>
                    <a:pt x="36830" y="1309862"/>
                    <a:pt x="25400" y="1298432"/>
                  </a:cubicBezTo>
                  <a:cubicBezTo>
                    <a:pt x="12700" y="1287002"/>
                    <a:pt x="0" y="1259062"/>
                    <a:pt x="0" y="1241282"/>
                  </a:cubicBezTo>
                  <a:cubicBezTo>
                    <a:pt x="0" y="1224772"/>
                    <a:pt x="11430" y="1206992"/>
                    <a:pt x="20320" y="1196832"/>
                  </a:cubicBezTo>
                  <a:cubicBezTo>
                    <a:pt x="27940" y="1189212"/>
                    <a:pt x="33020" y="1185402"/>
                    <a:pt x="48260" y="1180322"/>
                  </a:cubicBezTo>
                  <a:cubicBezTo>
                    <a:pt x="104140" y="1165082"/>
                    <a:pt x="363220" y="1181592"/>
                    <a:pt x="453390" y="1175242"/>
                  </a:cubicBezTo>
                  <a:cubicBezTo>
                    <a:pt x="500380" y="1172702"/>
                    <a:pt x="506730" y="1172702"/>
                    <a:pt x="560070" y="1162542"/>
                  </a:cubicBezTo>
                  <a:cubicBezTo>
                    <a:pt x="742950" y="1123172"/>
                    <a:pt x="1410970" y="903462"/>
                    <a:pt x="1750060" y="812022"/>
                  </a:cubicBezTo>
                  <a:cubicBezTo>
                    <a:pt x="2001520" y="743442"/>
                    <a:pt x="2252980" y="695182"/>
                    <a:pt x="2409190" y="646922"/>
                  </a:cubicBezTo>
                  <a:cubicBezTo>
                    <a:pt x="2496820" y="618982"/>
                    <a:pt x="2571750" y="574532"/>
                    <a:pt x="2609850" y="569452"/>
                  </a:cubicBezTo>
                  <a:cubicBezTo>
                    <a:pt x="2623820" y="566912"/>
                    <a:pt x="2631440" y="568182"/>
                    <a:pt x="2640330" y="571992"/>
                  </a:cubicBezTo>
                  <a:cubicBezTo>
                    <a:pt x="2653030" y="577072"/>
                    <a:pt x="2669540" y="588502"/>
                    <a:pt x="2675890" y="601202"/>
                  </a:cubicBezTo>
                  <a:cubicBezTo>
                    <a:pt x="2683510" y="613902"/>
                    <a:pt x="2686050" y="632952"/>
                    <a:pt x="2683510" y="646922"/>
                  </a:cubicBezTo>
                  <a:cubicBezTo>
                    <a:pt x="2679700" y="660892"/>
                    <a:pt x="2677160" y="674862"/>
                    <a:pt x="2658110" y="685022"/>
                  </a:cubicBezTo>
                  <a:cubicBezTo>
                    <a:pt x="2570480" y="732012"/>
                    <a:pt x="1964690" y="683752"/>
                    <a:pt x="1718310" y="662162"/>
                  </a:cubicBezTo>
                  <a:cubicBezTo>
                    <a:pt x="1557020" y="646922"/>
                    <a:pt x="1465580" y="610092"/>
                    <a:pt x="1319530" y="598662"/>
                  </a:cubicBezTo>
                  <a:cubicBezTo>
                    <a:pt x="1144270" y="585962"/>
                    <a:pt x="808990" y="643112"/>
                    <a:pt x="732790" y="603742"/>
                  </a:cubicBezTo>
                  <a:cubicBezTo>
                    <a:pt x="707390" y="591042"/>
                    <a:pt x="698500" y="569452"/>
                    <a:pt x="697230" y="551672"/>
                  </a:cubicBezTo>
                  <a:cubicBezTo>
                    <a:pt x="694690" y="532622"/>
                    <a:pt x="701040" y="512302"/>
                    <a:pt x="720090" y="491982"/>
                  </a:cubicBezTo>
                  <a:cubicBezTo>
                    <a:pt x="759460" y="443722"/>
                    <a:pt x="905510" y="396732"/>
                    <a:pt x="999490" y="333232"/>
                  </a:cubicBezTo>
                  <a:cubicBezTo>
                    <a:pt x="1106170" y="260842"/>
                    <a:pt x="1238250" y="135112"/>
                    <a:pt x="1322070" y="75422"/>
                  </a:cubicBezTo>
                  <a:cubicBezTo>
                    <a:pt x="1371600" y="41132"/>
                    <a:pt x="1414780" y="4302"/>
                    <a:pt x="1447800" y="492"/>
                  </a:cubicBezTo>
                  <a:cubicBezTo>
                    <a:pt x="1466850" y="-2048"/>
                    <a:pt x="1483360" y="5572"/>
                    <a:pt x="1496060" y="15732"/>
                  </a:cubicBezTo>
                  <a:cubicBezTo>
                    <a:pt x="1508760" y="24622"/>
                    <a:pt x="1518920" y="42402"/>
                    <a:pt x="1522730" y="57642"/>
                  </a:cubicBezTo>
                  <a:cubicBezTo>
                    <a:pt x="1525270" y="74152"/>
                    <a:pt x="1520190" y="94472"/>
                    <a:pt x="1513840" y="108442"/>
                  </a:cubicBezTo>
                  <a:cubicBezTo>
                    <a:pt x="1507490" y="118602"/>
                    <a:pt x="1496060" y="119872"/>
                    <a:pt x="1489710" y="132572"/>
                  </a:cubicBezTo>
                  <a:cubicBezTo>
                    <a:pt x="1478280" y="152892"/>
                    <a:pt x="1484630" y="204962"/>
                    <a:pt x="1470660" y="231632"/>
                  </a:cubicBezTo>
                  <a:cubicBezTo>
                    <a:pt x="1459230" y="255762"/>
                    <a:pt x="1436370" y="263382"/>
                    <a:pt x="1417320" y="288782"/>
                  </a:cubicBezTo>
                  <a:cubicBezTo>
                    <a:pt x="1389380" y="326882"/>
                    <a:pt x="1357630" y="423402"/>
                    <a:pt x="1325880" y="446262"/>
                  </a:cubicBezTo>
                  <a:cubicBezTo>
                    <a:pt x="1309370" y="458962"/>
                    <a:pt x="1290320" y="458962"/>
                    <a:pt x="1273810" y="456422"/>
                  </a:cubicBezTo>
                  <a:cubicBezTo>
                    <a:pt x="1257300" y="453882"/>
                    <a:pt x="1236980" y="441182"/>
                    <a:pt x="1226820" y="429752"/>
                  </a:cubicBezTo>
                  <a:cubicBezTo>
                    <a:pt x="1217930" y="420862"/>
                    <a:pt x="1212850" y="409432"/>
                    <a:pt x="1211580" y="396732"/>
                  </a:cubicBezTo>
                  <a:cubicBezTo>
                    <a:pt x="1209040" y="381492"/>
                    <a:pt x="1209040" y="363712"/>
                    <a:pt x="1220470" y="344662"/>
                  </a:cubicBezTo>
                  <a:cubicBezTo>
                    <a:pt x="1244600" y="301482"/>
                    <a:pt x="1352550" y="222742"/>
                    <a:pt x="1414780" y="189722"/>
                  </a:cubicBezTo>
                  <a:cubicBezTo>
                    <a:pt x="1461770" y="164322"/>
                    <a:pt x="1520190" y="135112"/>
                    <a:pt x="1553210" y="146542"/>
                  </a:cubicBezTo>
                  <a:cubicBezTo>
                    <a:pt x="1577340" y="154162"/>
                    <a:pt x="1595120" y="188452"/>
                    <a:pt x="1602740" y="216392"/>
                  </a:cubicBezTo>
                  <a:cubicBezTo>
                    <a:pt x="1611630" y="250682"/>
                    <a:pt x="1600200" y="293862"/>
                    <a:pt x="1590040" y="339582"/>
                  </a:cubicBezTo>
                  <a:cubicBezTo>
                    <a:pt x="1576070" y="396732"/>
                    <a:pt x="1498600" y="507222"/>
                    <a:pt x="1517650" y="531352"/>
                  </a:cubicBezTo>
                  <a:cubicBezTo>
                    <a:pt x="1532890" y="550402"/>
                    <a:pt x="1609090" y="502142"/>
                    <a:pt x="1643380" y="514842"/>
                  </a:cubicBezTo>
                  <a:cubicBezTo>
                    <a:pt x="1676400" y="526272"/>
                    <a:pt x="1690370" y="574532"/>
                    <a:pt x="1723390" y="601202"/>
                  </a:cubicBezTo>
                  <a:cubicBezTo>
                    <a:pt x="1762760" y="632952"/>
                    <a:pt x="1822450" y="664702"/>
                    <a:pt x="1868170" y="686292"/>
                  </a:cubicBezTo>
                  <a:cubicBezTo>
                    <a:pt x="1905000" y="702802"/>
                    <a:pt x="1932940" y="711692"/>
                    <a:pt x="1973580" y="721852"/>
                  </a:cubicBezTo>
                  <a:cubicBezTo>
                    <a:pt x="2028190" y="735822"/>
                    <a:pt x="2104390" y="738362"/>
                    <a:pt x="2169160" y="752332"/>
                  </a:cubicBezTo>
                  <a:cubicBezTo>
                    <a:pt x="2233930" y="766302"/>
                    <a:pt x="2306320" y="784082"/>
                    <a:pt x="2363470" y="803132"/>
                  </a:cubicBezTo>
                  <a:cubicBezTo>
                    <a:pt x="2411730" y="819642"/>
                    <a:pt x="2454910" y="831072"/>
                    <a:pt x="2491740" y="856472"/>
                  </a:cubicBezTo>
                  <a:cubicBezTo>
                    <a:pt x="2527300" y="883142"/>
                    <a:pt x="2559050" y="922512"/>
                    <a:pt x="2579370" y="958072"/>
                  </a:cubicBezTo>
                  <a:cubicBezTo>
                    <a:pt x="2598420" y="988552"/>
                    <a:pt x="2613660" y="1020302"/>
                    <a:pt x="2614930" y="1052052"/>
                  </a:cubicBezTo>
                  <a:cubicBezTo>
                    <a:pt x="2617470" y="1085072"/>
                    <a:pt x="2607310" y="1125712"/>
                    <a:pt x="2590800" y="1154922"/>
                  </a:cubicBezTo>
                  <a:cubicBezTo>
                    <a:pt x="2573020" y="1184132"/>
                    <a:pt x="2542540" y="1208262"/>
                    <a:pt x="2508250" y="1224772"/>
                  </a:cubicBezTo>
                  <a:cubicBezTo>
                    <a:pt x="2470150" y="1245092"/>
                    <a:pt x="2421890" y="1250172"/>
                    <a:pt x="2364740" y="1257792"/>
                  </a:cubicBezTo>
                  <a:cubicBezTo>
                    <a:pt x="2284730" y="1266682"/>
                    <a:pt x="2131060" y="1270492"/>
                    <a:pt x="2071370" y="1260332"/>
                  </a:cubicBezTo>
                  <a:cubicBezTo>
                    <a:pt x="2044700" y="1255252"/>
                    <a:pt x="2029460" y="1248902"/>
                    <a:pt x="2015490" y="1238742"/>
                  </a:cubicBezTo>
                  <a:cubicBezTo>
                    <a:pt x="2004060" y="1229852"/>
                    <a:pt x="1996440" y="1217152"/>
                    <a:pt x="1991360" y="1204452"/>
                  </a:cubicBezTo>
                  <a:cubicBezTo>
                    <a:pt x="1987550" y="1193022"/>
                    <a:pt x="1985010" y="1177782"/>
                    <a:pt x="1987550" y="1163812"/>
                  </a:cubicBezTo>
                  <a:cubicBezTo>
                    <a:pt x="1988820" y="1151112"/>
                    <a:pt x="1993900" y="1137142"/>
                    <a:pt x="2001520" y="1125712"/>
                  </a:cubicBezTo>
                  <a:cubicBezTo>
                    <a:pt x="2009140" y="1115552"/>
                    <a:pt x="2016760" y="1105392"/>
                    <a:pt x="2032000" y="1099042"/>
                  </a:cubicBezTo>
                  <a:cubicBezTo>
                    <a:pt x="2059940" y="1087612"/>
                    <a:pt x="2119630" y="1087612"/>
                    <a:pt x="2165350" y="1088882"/>
                  </a:cubicBezTo>
                  <a:cubicBezTo>
                    <a:pt x="2213610" y="1090152"/>
                    <a:pt x="2263140" y="1096502"/>
                    <a:pt x="2315210" y="1106662"/>
                  </a:cubicBezTo>
                  <a:cubicBezTo>
                    <a:pt x="2374900" y="1118092"/>
                    <a:pt x="2439670" y="1133332"/>
                    <a:pt x="2500630" y="1153652"/>
                  </a:cubicBezTo>
                  <a:cubicBezTo>
                    <a:pt x="2564130" y="1175242"/>
                    <a:pt x="2651760" y="1200642"/>
                    <a:pt x="2689860" y="1232392"/>
                  </a:cubicBezTo>
                  <a:cubicBezTo>
                    <a:pt x="2713990" y="1251442"/>
                    <a:pt x="2731770" y="1273032"/>
                    <a:pt x="2734310" y="1294622"/>
                  </a:cubicBezTo>
                  <a:cubicBezTo>
                    <a:pt x="2736850" y="1317482"/>
                    <a:pt x="2721610" y="1351772"/>
                    <a:pt x="2706370" y="1367012"/>
                  </a:cubicBezTo>
                  <a:cubicBezTo>
                    <a:pt x="2693670" y="1379712"/>
                    <a:pt x="2675890" y="1384792"/>
                    <a:pt x="2651760" y="1387332"/>
                  </a:cubicBezTo>
                  <a:cubicBezTo>
                    <a:pt x="2613660" y="1391142"/>
                    <a:pt x="2552700" y="1374632"/>
                    <a:pt x="2495550" y="1363202"/>
                  </a:cubicBezTo>
                  <a:cubicBezTo>
                    <a:pt x="2423160" y="1347962"/>
                    <a:pt x="2311400" y="1322562"/>
                    <a:pt x="2254250" y="1300972"/>
                  </a:cubicBezTo>
                  <a:cubicBezTo>
                    <a:pt x="2221230" y="1288272"/>
                    <a:pt x="2195830" y="1281922"/>
                    <a:pt x="2179320" y="1262872"/>
                  </a:cubicBezTo>
                  <a:cubicBezTo>
                    <a:pt x="2164080" y="1243822"/>
                    <a:pt x="2152650" y="1212072"/>
                    <a:pt x="2155190" y="1190482"/>
                  </a:cubicBezTo>
                  <a:cubicBezTo>
                    <a:pt x="2156460" y="1172702"/>
                    <a:pt x="2169160" y="1152382"/>
                    <a:pt x="2183130" y="1140952"/>
                  </a:cubicBezTo>
                  <a:cubicBezTo>
                    <a:pt x="2197100" y="1129522"/>
                    <a:pt x="2219960" y="1121902"/>
                    <a:pt x="2237740" y="1121902"/>
                  </a:cubicBezTo>
                  <a:cubicBezTo>
                    <a:pt x="2256790" y="1123172"/>
                    <a:pt x="2292350" y="1142222"/>
                    <a:pt x="2291080" y="1144762"/>
                  </a:cubicBezTo>
                  <a:cubicBezTo>
                    <a:pt x="2291080" y="1147302"/>
                    <a:pt x="2203450" y="1133332"/>
                    <a:pt x="2203450" y="1129522"/>
                  </a:cubicBezTo>
                  <a:cubicBezTo>
                    <a:pt x="2203450" y="1123172"/>
                    <a:pt x="2346960" y="1105392"/>
                    <a:pt x="2392680" y="1115552"/>
                  </a:cubicBezTo>
                  <a:cubicBezTo>
                    <a:pt x="2421890" y="1121902"/>
                    <a:pt x="2447290" y="1134602"/>
                    <a:pt x="2461260" y="1151112"/>
                  </a:cubicBezTo>
                  <a:cubicBezTo>
                    <a:pt x="2472690" y="1166352"/>
                    <a:pt x="2477770" y="1190482"/>
                    <a:pt x="2475230" y="1208262"/>
                  </a:cubicBezTo>
                  <a:cubicBezTo>
                    <a:pt x="2472690" y="1226042"/>
                    <a:pt x="2462530" y="1248902"/>
                    <a:pt x="2448560" y="1260332"/>
                  </a:cubicBezTo>
                  <a:cubicBezTo>
                    <a:pt x="2434590" y="1273032"/>
                    <a:pt x="2418080" y="1276842"/>
                    <a:pt x="2392680" y="1281922"/>
                  </a:cubicBezTo>
                  <a:cubicBezTo>
                    <a:pt x="2348230" y="1289542"/>
                    <a:pt x="2273300" y="1284462"/>
                    <a:pt x="2195830" y="1279382"/>
                  </a:cubicBezTo>
                  <a:cubicBezTo>
                    <a:pt x="2089150" y="1271762"/>
                    <a:pt x="1939290" y="1237472"/>
                    <a:pt x="1809750" y="1227312"/>
                  </a:cubicBezTo>
                  <a:cubicBezTo>
                    <a:pt x="1680210" y="1217152"/>
                    <a:pt x="1484630" y="1240012"/>
                    <a:pt x="1421130" y="1219692"/>
                  </a:cubicBezTo>
                  <a:cubicBezTo>
                    <a:pt x="1399540" y="1212072"/>
                    <a:pt x="1389380" y="1204452"/>
                    <a:pt x="1380490" y="1190482"/>
                  </a:cubicBezTo>
                  <a:cubicBezTo>
                    <a:pt x="1371600" y="1177782"/>
                    <a:pt x="1367790" y="1156192"/>
                    <a:pt x="1367790" y="1142222"/>
                  </a:cubicBezTo>
                  <a:cubicBezTo>
                    <a:pt x="1369060" y="1129522"/>
                    <a:pt x="1372870" y="1119362"/>
                    <a:pt x="1380490" y="1110472"/>
                  </a:cubicBezTo>
                  <a:cubicBezTo>
                    <a:pt x="1389380" y="1099042"/>
                    <a:pt x="1399540" y="1088882"/>
                    <a:pt x="1422400" y="1081262"/>
                  </a:cubicBezTo>
                  <a:cubicBezTo>
                    <a:pt x="1492250" y="1059672"/>
                    <a:pt x="1817370" y="1067292"/>
                    <a:pt x="1883410" y="1074912"/>
                  </a:cubicBezTo>
                  <a:cubicBezTo>
                    <a:pt x="1902460" y="1076182"/>
                    <a:pt x="1908810" y="1076182"/>
                    <a:pt x="1918970" y="1083802"/>
                  </a:cubicBezTo>
                  <a:cubicBezTo>
                    <a:pt x="1932940" y="1091422"/>
                    <a:pt x="1949450" y="1107932"/>
                    <a:pt x="1954530" y="1123172"/>
                  </a:cubicBezTo>
                  <a:cubicBezTo>
                    <a:pt x="1960880" y="1139682"/>
                    <a:pt x="1959610" y="1162542"/>
                    <a:pt x="1954530" y="1177782"/>
                  </a:cubicBezTo>
                  <a:cubicBezTo>
                    <a:pt x="1950720" y="1190482"/>
                    <a:pt x="1943100" y="1199372"/>
                    <a:pt x="1934210" y="1208262"/>
                  </a:cubicBezTo>
                  <a:cubicBezTo>
                    <a:pt x="1925320" y="1215882"/>
                    <a:pt x="1918970" y="1219692"/>
                    <a:pt x="1902460" y="1224772"/>
                  </a:cubicBezTo>
                  <a:cubicBezTo>
                    <a:pt x="1860550" y="1238742"/>
                    <a:pt x="1776730" y="1256522"/>
                    <a:pt x="1673860" y="1265412"/>
                  </a:cubicBezTo>
                  <a:cubicBezTo>
                    <a:pt x="1468120" y="1283192"/>
                    <a:pt x="848360" y="1284462"/>
                    <a:pt x="737870" y="1265412"/>
                  </a:cubicBezTo>
                  <a:cubicBezTo>
                    <a:pt x="712470" y="1260332"/>
                    <a:pt x="704850" y="1259062"/>
                    <a:pt x="693420" y="1247632"/>
                  </a:cubicBezTo>
                  <a:cubicBezTo>
                    <a:pt x="681990" y="1236202"/>
                    <a:pt x="669290" y="1208262"/>
                    <a:pt x="671830" y="1190482"/>
                  </a:cubicBezTo>
                  <a:cubicBezTo>
                    <a:pt x="674370" y="1172702"/>
                    <a:pt x="685800" y="1153652"/>
                    <a:pt x="707390" y="1139682"/>
                  </a:cubicBezTo>
                  <a:cubicBezTo>
                    <a:pt x="745490" y="1114282"/>
                    <a:pt x="852170" y="1104122"/>
                    <a:pt x="918210" y="1095232"/>
                  </a:cubicBezTo>
                  <a:cubicBezTo>
                    <a:pt x="974090" y="1088882"/>
                    <a:pt x="1005840" y="1091422"/>
                    <a:pt x="1076960" y="1091422"/>
                  </a:cubicBezTo>
                  <a:cubicBezTo>
                    <a:pt x="1230630" y="1090152"/>
                    <a:pt x="1709420" y="1079992"/>
                    <a:pt x="1797050" y="1110472"/>
                  </a:cubicBezTo>
                  <a:cubicBezTo>
                    <a:pt x="1819910" y="1118092"/>
                    <a:pt x="1827530" y="1126982"/>
                    <a:pt x="1835150" y="1138412"/>
                  </a:cubicBezTo>
                  <a:cubicBezTo>
                    <a:pt x="1841500" y="1147302"/>
                    <a:pt x="1845310" y="1156192"/>
                    <a:pt x="1845310" y="1167622"/>
                  </a:cubicBezTo>
                  <a:cubicBezTo>
                    <a:pt x="1845310" y="1184132"/>
                    <a:pt x="1832610" y="1213342"/>
                    <a:pt x="1822450" y="1224772"/>
                  </a:cubicBezTo>
                  <a:cubicBezTo>
                    <a:pt x="1813560" y="1232392"/>
                    <a:pt x="1807210" y="1234932"/>
                    <a:pt x="1793240" y="1238742"/>
                  </a:cubicBezTo>
                  <a:cubicBezTo>
                    <a:pt x="1767840" y="1245092"/>
                    <a:pt x="1731010" y="1243822"/>
                    <a:pt x="1673860" y="1241282"/>
                  </a:cubicBezTo>
                  <a:cubicBezTo>
                    <a:pt x="1531620" y="1236202"/>
                    <a:pt x="1036320" y="1206992"/>
                    <a:pt x="924560" y="1168892"/>
                  </a:cubicBezTo>
                  <a:cubicBezTo>
                    <a:pt x="889000" y="1156192"/>
                    <a:pt x="872490" y="1143492"/>
                    <a:pt x="861060" y="1125712"/>
                  </a:cubicBezTo>
                  <a:cubicBezTo>
                    <a:pt x="850900" y="1113012"/>
                    <a:pt x="849630" y="1092692"/>
                    <a:pt x="850900" y="1078722"/>
                  </a:cubicBezTo>
                  <a:cubicBezTo>
                    <a:pt x="852170" y="1067292"/>
                    <a:pt x="855980" y="1057132"/>
                    <a:pt x="863600" y="1048242"/>
                  </a:cubicBezTo>
                  <a:cubicBezTo>
                    <a:pt x="872490" y="1038082"/>
                    <a:pt x="886460" y="1029192"/>
                    <a:pt x="904240" y="1022842"/>
                  </a:cubicBezTo>
                  <a:cubicBezTo>
                    <a:pt x="932180" y="1012682"/>
                    <a:pt x="990600" y="1003792"/>
                    <a:pt x="1022350" y="1008872"/>
                  </a:cubicBezTo>
                  <a:cubicBezTo>
                    <a:pt x="1046480" y="1012682"/>
                    <a:pt x="1069340" y="1024112"/>
                    <a:pt x="1082040" y="1036812"/>
                  </a:cubicBezTo>
                  <a:cubicBezTo>
                    <a:pt x="1090930" y="1048242"/>
                    <a:pt x="1096010" y="1066022"/>
                    <a:pt x="1094740" y="1079992"/>
                  </a:cubicBezTo>
                  <a:cubicBezTo>
                    <a:pt x="1094740" y="1093962"/>
                    <a:pt x="1090930" y="1111742"/>
                    <a:pt x="1080770" y="1121902"/>
                  </a:cubicBezTo>
                  <a:cubicBezTo>
                    <a:pt x="1068070" y="1135872"/>
                    <a:pt x="1038860" y="1151112"/>
                    <a:pt x="1019810" y="1148572"/>
                  </a:cubicBezTo>
                  <a:cubicBezTo>
                    <a:pt x="1000760" y="1147302"/>
                    <a:pt x="974090" y="1130792"/>
                    <a:pt x="963930" y="1114282"/>
                  </a:cubicBezTo>
                  <a:cubicBezTo>
                    <a:pt x="953770" y="1097772"/>
                    <a:pt x="953770" y="1066022"/>
                    <a:pt x="961390" y="1048242"/>
                  </a:cubicBezTo>
                  <a:cubicBezTo>
                    <a:pt x="970280" y="1030462"/>
                    <a:pt x="995680" y="1012682"/>
                    <a:pt x="1014730" y="1008872"/>
                  </a:cubicBezTo>
                  <a:cubicBezTo>
                    <a:pt x="1033780" y="1006332"/>
                    <a:pt x="1062990" y="1019032"/>
                    <a:pt x="1076960" y="1031732"/>
                  </a:cubicBezTo>
                  <a:cubicBezTo>
                    <a:pt x="1087120" y="1041892"/>
                    <a:pt x="1093470" y="1058402"/>
                    <a:pt x="1094740" y="1072372"/>
                  </a:cubicBezTo>
                  <a:cubicBezTo>
                    <a:pt x="1096010" y="1086342"/>
                    <a:pt x="1092200" y="1104122"/>
                    <a:pt x="1084580" y="1116822"/>
                  </a:cubicBezTo>
                  <a:cubicBezTo>
                    <a:pt x="1076960" y="1128252"/>
                    <a:pt x="1066800" y="1138412"/>
                    <a:pt x="1050290" y="1144762"/>
                  </a:cubicBezTo>
                  <a:cubicBezTo>
                    <a:pt x="1018540" y="1157462"/>
                    <a:pt x="932180" y="1165082"/>
                    <a:pt x="899160" y="1154922"/>
                  </a:cubicBezTo>
                  <a:cubicBezTo>
                    <a:pt x="881380" y="1149842"/>
                    <a:pt x="868680" y="1139682"/>
                    <a:pt x="861060" y="1125712"/>
                  </a:cubicBezTo>
                  <a:cubicBezTo>
                    <a:pt x="852170" y="1113012"/>
                    <a:pt x="848360" y="1093962"/>
                    <a:pt x="850900" y="1078722"/>
                  </a:cubicBezTo>
                  <a:cubicBezTo>
                    <a:pt x="853440" y="1063482"/>
                    <a:pt x="863600" y="1046972"/>
                    <a:pt x="875030" y="1036812"/>
                  </a:cubicBezTo>
                  <a:cubicBezTo>
                    <a:pt x="886460" y="1026652"/>
                    <a:pt x="908050" y="1019032"/>
                    <a:pt x="920750" y="1021572"/>
                  </a:cubicBezTo>
                  <a:cubicBezTo>
                    <a:pt x="930910" y="1022842"/>
                    <a:pt x="930910" y="1034272"/>
                    <a:pt x="946150" y="1039352"/>
                  </a:cubicBezTo>
                  <a:cubicBezTo>
                    <a:pt x="1003300" y="1062212"/>
                    <a:pt x="1254760" y="1078722"/>
                    <a:pt x="1400810" y="1091422"/>
                  </a:cubicBezTo>
                  <a:cubicBezTo>
                    <a:pt x="1537970" y="1101582"/>
                    <a:pt x="1733550" y="1082532"/>
                    <a:pt x="1797050" y="1110472"/>
                  </a:cubicBezTo>
                  <a:cubicBezTo>
                    <a:pt x="1822450" y="1121902"/>
                    <a:pt x="1835150" y="1135872"/>
                    <a:pt x="1841500" y="1152382"/>
                  </a:cubicBezTo>
                  <a:cubicBezTo>
                    <a:pt x="1847850" y="1166352"/>
                    <a:pt x="1845310" y="1186672"/>
                    <a:pt x="1840230" y="1199372"/>
                  </a:cubicBezTo>
                  <a:cubicBezTo>
                    <a:pt x="1836420" y="1209532"/>
                    <a:pt x="1831340" y="1218422"/>
                    <a:pt x="1822450" y="1224772"/>
                  </a:cubicBezTo>
                  <a:cubicBezTo>
                    <a:pt x="1811020" y="1232392"/>
                    <a:pt x="1799590" y="1236202"/>
                    <a:pt x="1778000" y="1240012"/>
                  </a:cubicBezTo>
                  <a:cubicBezTo>
                    <a:pt x="1714500" y="1247632"/>
                    <a:pt x="1525270" y="1215882"/>
                    <a:pt x="1405890" y="1213342"/>
                  </a:cubicBezTo>
                  <a:cubicBezTo>
                    <a:pt x="1294130" y="1210802"/>
                    <a:pt x="1193800" y="1213342"/>
                    <a:pt x="1083310" y="1220962"/>
                  </a:cubicBezTo>
                  <a:cubicBezTo>
                    <a:pt x="966470" y="1228582"/>
                    <a:pt x="779780" y="1276842"/>
                    <a:pt x="721360" y="1262872"/>
                  </a:cubicBezTo>
                  <a:cubicBezTo>
                    <a:pt x="701040" y="1257792"/>
                    <a:pt x="690880" y="1248902"/>
                    <a:pt x="683260" y="1236202"/>
                  </a:cubicBezTo>
                  <a:cubicBezTo>
                    <a:pt x="674370" y="1224772"/>
                    <a:pt x="670560" y="1205722"/>
                    <a:pt x="671830" y="1190482"/>
                  </a:cubicBezTo>
                  <a:cubicBezTo>
                    <a:pt x="673100" y="1176512"/>
                    <a:pt x="684530" y="1158732"/>
                    <a:pt x="693420" y="1148572"/>
                  </a:cubicBezTo>
                  <a:cubicBezTo>
                    <a:pt x="701040" y="1140952"/>
                    <a:pt x="704850" y="1138412"/>
                    <a:pt x="721360" y="1134602"/>
                  </a:cubicBezTo>
                  <a:cubicBezTo>
                    <a:pt x="814070" y="1110472"/>
                    <a:pt x="1502410" y="1126982"/>
                    <a:pt x="1664970" y="1119362"/>
                  </a:cubicBezTo>
                  <a:cubicBezTo>
                    <a:pt x="1720850" y="1116822"/>
                    <a:pt x="1741170" y="1118092"/>
                    <a:pt x="1778000" y="1110472"/>
                  </a:cubicBezTo>
                  <a:cubicBezTo>
                    <a:pt x="1814830" y="1102852"/>
                    <a:pt x="1855470" y="1073642"/>
                    <a:pt x="1883410" y="1074912"/>
                  </a:cubicBezTo>
                  <a:cubicBezTo>
                    <a:pt x="1903730" y="1074912"/>
                    <a:pt x="1921510" y="1082532"/>
                    <a:pt x="1934210" y="1093962"/>
                  </a:cubicBezTo>
                  <a:cubicBezTo>
                    <a:pt x="1946910" y="1105392"/>
                    <a:pt x="1957070" y="1124442"/>
                    <a:pt x="1959610" y="1140952"/>
                  </a:cubicBezTo>
                  <a:cubicBezTo>
                    <a:pt x="1960880" y="1158732"/>
                    <a:pt x="1955800" y="1180322"/>
                    <a:pt x="1946910" y="1194292"/>
                  </a:cubicBezTo>
                  <a:cubicBezTo>
                    <a:pt x="1936750" y="1208262"/>
                    <a:pt x="1926590" y="1217152"/>
                    <a:pt x="1902460" y="1224772"/>
                  </a:cubicBezTo>
                  <a:cubicBezTo>
                    <a:pt x="1828800" y="1247632"/>
                    <a:pt x="1493520" y="1242552"/>
                    <a:pt x="1421130" y="1219692"/>
                  </a:cubicBezTo>
                  <a:cubicBezTo>
                    <a:pt x="1398270" y="1212072"/>
                    <a:pt x="1389380" y="1204452"/>
                    <a:pt x="1380490" y="1190482"/>
                  </a:cubicBezTo>
                  <a:cubicBezTo>
                    <a:pt x="1371600" y="1177782"/>
                    <a:pt x="1366520" y="1157462"/>
                    <a:pt x="1367790" y="1142222"/>
                  </a:cubicBezTo>
                  <a:cubicBezTo>
                    <a:pt x="1370330" y="1125712"/>
                    <a:pt x="1380490" y="1107932"/>
                    <a:pt x="1391920" y="1097772"/>
                  </a:cubicBezTo>
                  <a:cubicBezTo>
                    <a:pt x="1403350" y="1086342"/>
                    <a:pt x="1414780" y="1083802"/>
                    <a:pt x="1438910" y="1079992"/>
                  </a:cubicBezTo>
                  <a:cubicBezTo>
                    <a:pt x="1518920" y="1066022"/>
                    <a:pt x="1813560" y="1083802"/>
                    <a:pt x="1953260" y="1092692"/>
                  </a:cubicBezTo>
                  <a:cubicBezTo>
                    <a:pt x="2049780" y="1099042"/>
                    <a:pt x="2119630" y="1114282"/>
                    <a:pt x="2197100" y="1118092"/>
                  </a:cubicBezTo>
                  <a:cubicBezTo>
                    <a:pt x="2265680" y="1120632"/>
                    <a:pt x="2348230" y="1107932"/>
                    <a:pt x="2392680" y="1115552"/>
                  </a:cubicBezTo>
                  <a:cubicBezTo>
                    <a:pt x="2418080" y="1119362"/>
                    <a:pt x="2434590" y="1124442"/>
                    <a:pt x="2448560" y="1135872"/>
                  </a:cubicBezTo>
                  <a:cubicBezTo>
                    <a:pt x="2461260" y="1148572"/>
                    <a:pt x="2472690" y="1171432"/>
                    <a:pt x="2475230" y="1187942"/>
                  </a:cubicBezTo>
                  <a:cubicBezTo>
                    <a:pt x="2477770" y="1201912"/>
                    <a:pt x="2476500" y="1214612"/>
                    <a:pt x="2470150" y="1227312"/>
                  </a:cubicBezTo>
                  <a:cubicBezTo>
                    <a:pt x="2463800" y="1243822"/>
                    <a:pt x="2448560" y="1262872"/>
                    <a:pt x="2432050" y="1271762"/>
                  </a:cubicBezTo>
                  <a:cubicBezTo>
                    <a:pt x="2414270" y="1281922"/>
                    <a:pt x="2395220" y="1280652"/>
                    <a:pt x="2368550" y="1280652"/>
                  </a:cubicBezTo>
                  <a:cubicBezTo>
                    <a:pt x="2322830" y="1281922"/>
                    <a:pt x="2209800" y="1280652"/>
                    <a:pt x="2179320" y="1262872"/>
                  </a:cubicBezTo>
                  <a:cubicBezTo>
                    <a:pt x="2165350" y="1253982"/>
                    <a:pt x="2161540" y="1242552"/>
                    <a:pt x="2159000" y="1229852"/>
                  </a:cubicBezTo>
                  <a:cubicBezTo>
                    <a:pt x="2153920" y="1213342"/>
                    <a:pt x="2153920" y="1189212"/>
                    <a:pt x="2160270" y="1171432"/>
                  </a:cubicBezTo>
                  <a:cubicBezTo>
                    <a:pt x="2167890" y="1154922"/>
                    <a:pt x="2184400" y="1138412"/>
                    <a:pt x="2199640" y="1129522"/>
                  </a:cubicBezTo>
                  <a:cubicBezTo>
                    <a:pt x="2216150" y="1121902"/>
                    <a:pt x="2241550" y="1120632"/>
                    <a:pt x="2258060" y="1124442"/>
                  </a:cubicBezTo>
                  <a:cubicBezTo>
                    <a:pt x="2270760" y="1128252"/>
                    <a:pt x="2272030" y="1140952"/>
                    <a:pt x="2291080" y="1149842"/>
                  </a:cubicBezTo>
                  <a:cubicBezTo>
                    <a:pt x="2349500" y="1176512"/>
                    <a:pt x="2626360" y="1189212"/>
                    <a:pt x="2689860" y="1232392"/>
                  </a:cubicBezTo>
                  <a:cubicBezTo>
                    <a:pt x="2717800" y="1250172"/>
                    <a:pt x="2730500" y="1273032"/>
                    <a:pt x="2734310" y="1294622"/>
                  </a:cubicBezTo>
                  <a:cubicBezTo>
                    <a:pt x="2736850" y="1313672"/>
                    <a:pt x="2730500" y="1336532"/>
                    <a:pt x="2720340" y="1351772"/>
                  </a:cubicBezTo>
                  <a:cubicBezTo>
                    <a:pt x="2710180" y="1367012"/>
                    <a:pt x="2687320" y="1379712"/>
                    <a:pt x="2672080" y="1384792"/>
                  </a:cubicBezTo>
                  <a:cubicBezTo>
                    <a:pt x="2658110" y="1388602"/>
                    <a:pt x="2650490" y="1388602"/>
                    <a:pt x="2632710" y="1384792"/>
                  </a:cubicBezTo>
                  <a:cubicBezTo>
                    <a:pt x="2586990" y="1377172"/>
                    <a:pt x="2467610" y="1318752"/>
                    <a:pt x="2401570" y="1298432"/>
                  </a:cubicBezTo>
                  <a:cubicBezTo>
                    <a:pt x="2354580" y="1284462"/>
                    <a:pt x="2325370" y="1278112"/>
                    <a:pt x="2277110" y="1270492"/>
                  </a:cubicBezTo>
                  <a:cubicBezTo>
                    <a:pt x="2209800" y="1259062"/>
                    <a:pt x="2073910" y="1267952"/>
                    <a:pt x="2032000" y="1250172"/>
                  </a:cubicBezTo>
                  <a:cubicBezTo>
                    <a:pt x="2015490" y="1242552"/>
                    <a:pt x="2009140" y="1233662"/>
                    <a:pt x="2001520" y="1223502"/>
                  </a:cubicBezTo>
                  <a:cubicBezTo>
                    <a:pt x="1993900" y="1212072"/>
                    <a:pt x="1988820" y="1198102"/>
                    <a:pt x="1987550" y="1185402"/>
                  </a:cubicBezTo>
                  <a:cubicBezTo>
                    <a:pt x="1985010" y="1171432"/>
                    <a:pt x="1986280" y="1157462"/>
                    <a:pt x="1991360" y="1144762"/>
                  </a:cubicBezTo>
                  <a:cubicBezTo>
                    <a:pt x="1998980" y="1128252"/>
                    <a:pt x="2009140" y="1110472"/>
                    <a:pt x="2032000" y="1099042"/>
                  </a:cubicBezTo>
                  <a:cubicBezTo>
                    <a:pt x="2085340" y="1073642"/>
                    <a:pt x="2283460" y="1107932"/>
                    <a:pt x="2352040" y="1085072"/>
                  </a:cubicBezTo>
                  <a:cubicBezTo>
                    <a:pt x="2390140" y="1072372"/>
                    <a:pt x="2434590" y="1049512"/>
                    <a:pt x="2433320" y="1030462"/>
                  </a:cubicBezTo>
                  <a:cubicBezTo>
                    <a:pt x="2430780" y="1003792"/>
                    <a:pt x="2313940" y="969502"/>
                    <a:pt x="2239010" y="945372"/>
                  </a:cubicBezTo>
                  <a:cubicBezTo>
                    <a:pt x="2146300" y="916162"/>
                    <a:pt x="1987550" y="902192"/>
                    <a:pt x="1912620" y="880602"/>
                  </a:cubicBezTo>
                  <a:cubicBezTo>
                    <a:pt x="1871980" y="867902"/>
                    <a:pt x="1855470" y="861552"/>
                    <a:pt x="1819910" y="843772"/>
                  </a:cubicBezTo>
                  <a:cubicBezTo>
                    <a:pt x="1766570" y="818372"/>
                    <a:pt x="1672590" y="767572"/>
                    <a:pt x="1631950" y="730742"/>
                  </a:cubicBezTo>
                  <a:cubicBezTo>
                    <a:pt x="1607820" y="709152"/>
                    <a:pt x="1610360" y="681212"/>
                    <a:pt x="1584960" y="667242"/>
                  </a:cubicBezTo>
                  <a:cubicBezTo>
                    <a:pt x="1548130" y="645652"/>
                    <a:pt x="1454150" y="673592"/>
                    <a:pt x="1413510" y="648192"/>
                  </a:cubicBezTo>
                  <a:cubicBezTo>
                    <a:pt x="1379220" y="625332"/>
                    <a:pt x="1352550" y="573262"/>
                    <a:pt x="1348740" y="535162"/>
                  </a:cubicBezTo>
                  <a:cubicBezTo>
                    <a:pt x="1343660" y="499602"/>
                    <a:pt x="1361440" y="467852"/>
                    <a:pt x="1377950" y="428482"/>
                  </a:cubicBezTo>
                  <a:cubicBezTo>
                    <a:pt x="1398270" y="378952"/>
                    <a:pt x="1435100" y="274812"/>
                    <a:pt x="1468120" y="264652"/>
                  </a:cubicBezTo>
                  <a:cubicBezTo>
                    <a:pt x="1489710" y="258302"/>
                    <a:pt x="1535430" y="282432"/>
                    <a:pt x="1536700" y="298942"/>
                  </a:cubicBezTo>
                  <a:cubicBezTo>
                    <a:pt x="1537970" y="331962"/>
                    <a:pt x="1365250" y="441182"/>
                    <a:pt x="1309370" y="453882"/>
                  </a:cubicBezTo>
                  <a:cubicBezTo>
                    <a:pt x="1281430" y="460232"/>
                    <a:pt x="1257300" y="455152"/>
                    <a:pt x="1240790" y="442452"/>
                  </a:cubicBezTo>
                  <a:cubicBezTo>
                    <a:pt x="1223010" y="429752"/>
                    <a:pt x="1210310" y="403082"/>
                    <a:pt x="1210310" y="378952"/>
                  </a:cubicBezTo>
                  <a:cubicBezTo>
                    <a:pt x="1210310" y="345932"/>
                    <a:pt x="1244600" y="301482"/>
                    <a:pt x="1270000" y="259572"/>
                  </a:cubicBezTo>
                  <a:cubicBezTo>
                    <a:pt x="1300480" y="207502"/>
                    <a:pt x="1358900" y="140192"/>
                    <a:pt x="1384300" y="93202"/>
                  </a:cubicBezTo>
                  <a:cubicBezTo>
                    <a:pt x="1399540" y="61452"/>
                    <a:pt x="1398270" y="24622"/>
                    <a:pt x="1414780" y="10652"/>
                  </a:cubicBezTo>
                  <a:cubicBezTo>
                    <a:pt x="1427480" y="492"/>
                    <a:pt x="1449070" y="-2048"/>
                    <a:pt x="1464310" y="1762"/>
                  </a:cubicBezTo>
                  <a:cubicBezTo>
                    <a:pt x="1483360" y="5572"/>
                    <a:pt x="1508760" y="25892"/>
                    <a:pt x="1516380" y="42402"/>
                  </a:cubicBezTo>
                  <a:cubicBezTo>
                    <a:pt x="1525270" y="56372"/>
                    <a:pt x="1524000" y="77962"/>
                    <a:pt x="1520190" y="91932"/>
                  </a:cubicBezTo>
                  <a:cubicBezTo>
                    <a:pt x="1517650" y="103362"/>
                    <a:pt x="1513840" y="109712"/>
                    <a:pt x="1502410" y="121142"/>
                  </a:cubicBezTo>
                  <a:cubicBezTo>
                    <a:pt x="1478280" y="147812"/>
                    <a:pt x="1399540" y="185912"/>
                    <a:pt x="1348740" y="225282"/>
                  </a:cubicBezTo>
                  <a:cubicBezTo>
                    <a:pt x="1291590" y="269732"/>
                    <a:pt x="1239520" y="326882"/>
                    <a:pt x="1177290" y="375142"/>
                  </a:cubicBezTo>
                  <a:cubicBezTo>
                    <a:pt x="1109980" y="427212"/>
                    <a:pt x="1027430" y="484362"/>
                    <a:pt x="953770" y="525002"/>
                  </a:cubicBezTo>
                  <a:cubicBezTo>
                    <a:pt x="890270" y="561832"/>
                    <a:pt x="802640" y="608822"/>
                    <a:pt x="764540" y="611362"/>
                  </a:cubicBezTo>
                  <a:cubicBezTo>
                    <a:pt x="750570" y="612632"/>
                    <a:pt x="742950" y="610092"/>
                    <a:pt x="732790" y="603742"/>
                  </a:cubicBezTo>
                  <a:cubicBezTo>
                    <a:pt x="721360" y="596122"/>
                    <a:pt x="706120" y="579612"/>
                    <a:pt x="701040" y="566912"/>
                  </a:cubicBezTo>
                  <a:cubicBezTo>
                    <a:pt x="695960" y="556752"/>
                    <a:pt x="693420" y="546592"/>
                    <a:pt x="697230" y="535162"/>
                  </a:cubicBezTo>
                  <a:cubicBezTo>
                    <a:pt x="701040" y="518652"/>
                    <a:pt x="716280" y="494522"/>
                    <a:pt x="732790" y="481822"/>
                  </a:cubicBezTo>
                  <a:cubicBezTo>
                    <a:pt x="750570" y="469122"/>
                    <a:pt x="769620" y="466582"/>
                    <a:pt x="800100" y="461502"/>
                  </a:cubicBezTo>
                  <a:cubicBezTo>
                    <a:pt x="862330" y="452612"/>
                    <a:pt x="990600" y="458962"/>
                    <a:pt x="1092200" y="462772"/>
                  </a:cubicBezTo>
                  <a:cubicBezTo>
                    <a:pt x="1206500" y="466582"/>
                    <a:pt x="1344930" y="474202"/>
                    <a:pt x="1455420" y="488172"/>
                  </a:cubicBezTo>
                  <a:cubicBezTo>
                    <a:pt x="1550670" y="500872"/>
                    <a:pt x="1611630" y="530082"/>
                    <a:pt x="1718310" y="540242"/>
                  </a:cubicBezTo>
                  <a:cubicBezTo>
                    <a:pt x="1883410" y="556752"/>
                    <a:pt x="2186940" y="533892"/>
                    <a:pt x="2354580" y="542782"/>
                  </a:cubicBezTo>
                  <a:cubicBezTo>
                    <a:pt x="2463800" y="547862"/>
                    <a:pt x="2575560" y="554212"/>
                    <a:pt x="2625090" y="569452"/>
                  </a:cubicBezTo>
                  <a:cubicBezTo>
                    <a:pt x="2646680" y="574532"/>
                    <a:pt x="2656840" y="579612"/>
                    <a:pt x="2667000" y="588502"/>
                  </a:cubicBezTo>
                  <a:cubicBezTo>
                    <a:pt x="2674620" y="596122"/>
                    <a:pt x="2679700" y="605012"/>
                    <a:pt x="2682240" y="616442"/>
                  </a:cubicBezTo>
                  <a:cubicBezTo>
                    <a:pt x="2684780" y="629142"/>
                    <a:pt x="2683510" y="649462"/>
                    <a:pt x="2678430" y="662162"/>
                  </a:cubicBezTo>
                  <a:cubicBezTo>
                    <a:pt x="2673350" y="672322"/>
                    <a:pt x="2669540" y="677402"/>
                    <a:pt x="2658110" y="685022"/>
                  </a:cubicBezTo>
                  <a:cubicBezTo>
                    <a:pt x="2625090" y="707882"/>
                    <a:pt x="2534920" y="730742"/>
                    <a:pt x="2435860" y="761222"/>
                  </a:cubicBezTo>
                  <a:cubicBezTo>
                    <a:pt x="2236470" y="820912"/>
                    <a:pt x="1794510" y="922512"/>
                    <a:pt x="1531620" y="1003792"/>
                  </a:cubicBezTo>
                  <a:cubicBezTo>
                    <a:pt x="1323340" y="1068562"/>
                    <a:pt x="1148080" y="1147302"/>
                    <a:pt x="980440" y="1199372"/>
                  </a:cubicBezTo>
                  <a:cubicBezTo>
                    <a:pt x="840740" y="1242552"/>
                    <a:pt x="692150" y="1285732"/>
                    <a:pt x="594360" y="1303512"/>
                  </a:cubicBezTo>
                  <a:cubicBezTo>
                    <a:pt x="535940" y="1313672"/>
                    <a:pt x="513080" y="1314942"/>
                    <a:pt x="453390" y="1317482"/>
                  </a:cubicBezTo>
                  <a:cubicBezTo>
                    <a:pt x="355600" y="1321292"/>
                    <a:pt x="118110" y="1331452"/>
                    <a:pt x="54610" y="1312402"/>
                  </a:cubicBezTo>
                  <a:cubicBezTo>
                    <a:pt x="33020" y="1306052"/>
                    <a:pt x="22860" y="1297162"/>
                    <a:pt x="13970" y="1287002"/>
                  </a:cubicBezTo>
                  <a:cubicBezTo>
                    <a:pt x="6350" y="1278112"/>
                    <a:pt x="2540" y="1269222"/>
                    <a:pt x="1270" y="1257792"/>
                  </a:cubicBezTo>
                  <a:cubicBezTo>
                    <a:pt x="-1270" y="1243822"/>
                    <a:pt x="3810" y="1222232"/>
                    <a:pt x="10160" y="1209532"/>
                  </a:cubicBezTo>
                  <a:cubicBezTo>
                    <a:pt x="15240" y="1199372"/>
                    <a:pt x="19050" y="1193022"/>
                    <a:pt x="33020" y="1186672"/>
                  </a:cubicBezTo>
                  <a:cubicBezTo>
                    <a:pt x="69850" y="1170162"/>
                    <a:pt x="186690" y="1181592"/>
                    <a:pt x="276860" y="1166352"/>
                  </a:cubicBezTo>
                  <a:cubicBezTo>
                    <a:pt x="393700" y="1147302"/>
                    <a:pt x="548640" y="1106662"/>
                    <a:pt x="675640" y="1066022"/>
                  </a:cubicBezTo>
                  <a:cubicBezTo>
                    <a:pt x="796290" y="1027922"/>
                    <a:pt x="910590" y="980932"/>
                    <a:pt x="1022350" y="931402"/>
                  </a:cubicBezTo>
                  <a:cubicBezTo>
                    <a:pt x="1132840" y="883142"/>
                    <a:pt x="1253490" y="824722"/>
                    <a:pt x="1343660" y="771382"/>
                  </a:cubicBezTo>
                  <a:cubicBezTo>
                    <a:pt x="1414780" y="729472"/>
                    <a:pt x="1487170" y="660892"/>
                    <a:pt x="1527810" y="646922"/>
                  </a:cubicBezTo>
                  <a:cubicBezTo>
                    <a:pt x="1544320" y="641842"/>
                    <a:pt x="1553210" y="641842"/>
                    <a:pt x="1565910" y="644382"/>
                  </a:cubicBezTo>
                  <a:cubicBezTo>
                    <a:pt x="1582420" y="648192"/>
                    <a:pt x="1604010" y="659622"/>
                    <a:pt x="1615440" y="674862"/>
                  </a:cubicBezTo>
                  <a:cubicBezTo>
                    <a:pt x="1626870" y="691372"/>
                    <a:pt x="1634490" y="726932"/>
                    <a:pt x="1629410" y="748522"/>
                  </a:cubicBezTo>
                  <a:cubicBezTo>
                    <a:pt x="1624330" y="766302"/>
                    <a:pt x="1610360" y="780272"/>
                    <a:pt x="1593850" y="792972"/>
                  </a:cubicBezTo>
                  <a:cubicBezTo>
                    <a:pt x="1572260" y="809482"/>
                    <a:pt x="1530350" y="814562"/>
                    <a:pt x="1504950" y="829802"/>
                  </a:cubicBezTo>
                  <a:cubicBezTo>
                    <a:pt x="1480820" y="845042"/>
                    <a:pt x="1469390" y="865362"/>
                    <a:pt x="1441450" y="884412"/>
                  </a:cubicBezTo>
                  <a:cubicBezTo>
                    <a:pt x="1400810" y="912352"/>
                    <a:pt x="1338580" y="949182"/>
                    <a:pt x="1278890" y="978392"/>
                  </a:cubicBezTo>
                  <a:cubicBezTo>
                    <a:pt x="1207770" y="1012682"/>
                    <a:pt x="1111250" y="1053322"/>
                    <a:pt x="1043940" y="1071102"/>
                  </a:cubicBezTo>
                  <a:cubicBezTo>
                    <a:pt x="994410" y="1083802"/>
                    <a:pt x="974090" y="1082532"/>
                    <a:pt x="913130" y="1086342"/>
                  </a:cubicBezTo>
                  <a:cubicBezTo>
                    <a:pt x="773430" y="1093962"/>
                    <a:pt x="309880" y="1111742"/>
                    <a:pt x="217170" y="1082532"/>
                  </a:cubicBezTo>
                  <a:cubicBezTo>
                    <a:pt x="191770" y="1074912"/>
                    <a:pt x="181610" y="1064752"/>
                    <a:pt x="172720" y="1050782"/>
                  </a:cubicBezTo>
                  <a:cubicBezTo>
                    <a:pt x="162560" y="1036812"/>
                    <a:pt x="157480" y="1015222"/>
                    <a:pt x="158750" y="997442"/>
                  </a:cubicBezTo>
                  <a:cubicBezTo>
                    <a:pt x="161290" y="980932"/>
                    <a:pt x="171450" y="960612"/>
                    <a:pt x="184150" y="949182"/>
                  </a:cubicBezTo>
                  <a:cubicBezTo>
                    <a:pt x="196850" y="937752"/>
                    <a:pt x="236220" y="930132"/>
                    <a:pt x="236220" y="930132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3114020" y="573405"/>
            <a:ext cx="2235517" cy="1765935"/>
            <a:chOff x="0" y="0"/>
            <a:chExt cx="2980690" cy="23545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782" y="50604"/>
              <a:ext cx="2879738" cy="2256375"/>
            </a:xfrm>
            <a:custGeom>
              <a:avLst/>
              <a:gdLst/>
              <a:ahLst/>
              <a:cxnLst/>
              <a:rect r="r" b="b" t="t" l="l"/>
              <a:pathLst>
                <a:path h="2256375" w="2879738">
                  <a:moveTo>
                    <a:pt x="1184928" y="1741366"/>
                  </a:moveTo>
                  <a:cubicBezTo>
                    <a:pt x="1845328" y="1978856"/>
                    <a:pt x="1930418" y="1966156"/>
                    <a:pt x="1965978" y="1982666"/>
                  </a:cubicBezTo>
                  <a:cubicBezTo>
                    <a:pt x="1979948" y="1990286"/>
                    <a:pt x="1986298" y="1996636"/>
                    <a:pt x="1992648" y="2008066"/>
                  </a:cubicBezTo>
                  <a:cubicBezTo>
                    <a:pt x="2000268" y="2022036"/>
                    <a:pt x="2005348" y="2046166"/>
                    <a:pt x="2004078" y="2062676"/>
                  </a:cubicBezTo>
                  <a:cubicBezTo>
                    <a:pt x="2002808" y="2075376"/>
                    <a:pt x="1997728" y="2086806"/>
                    <a:pt x="1988838" y="2096966"/>
                  </a:cubicBezTo>
                  <a:cubicBezTo>
                    <a:pt x="1978678" y="2108396"/>
                    <a:pt x="1967248" y="2117286"/>
                    <a:pt x="1943118" y="2126176"/>
                  </a:cubicBezTo>
                  <a:cubicBezTo>
                    <a:pt x="1874538" y="2150306"/>
                    <a:pt x="1684038" y="2160466"/>
                    <a:pt x="1526558" y="2168086"/>
                  </a:cubicBezTo>
                  <a:cubicBezTo>
                    <a:pt x="1324628" y="2176976"/>
                    <a:pt x="1061738" y="2169356"/>
                    <a:pt x="830598" y="2160466"/>
                  </a:cubicBezTo>
                  <a:cubicBezTo>
                    <a:pt x="600728" y="2151576"/>
                    <a:pt x="283228" y="2159196"/>
                    <a:pt x="142258" y="2116016"/>
                  </a:cubicBezTo>
                  <a:cubicBezTo>
                    <a:pt x="73678" y="2094426"/>
                    <a:pt x="1288" y="2058866"/>
                    <a:pt x="18" y="2030926"/>
                  </a:cubicBezTo>
                  <a:cubicBezTo>
                    <a:pt x="-1252" y="2008066"/>
                    <a:pt x="63518" y="1976316"/>
                    <a:pt x="95268" y="1962346"/>
                  </a:cubicBezTo>
                  <a:cubicBezTo>
                    <a:pt x="121938" y="1952186"/>
                    <a:pt x="133368" y="1952186"/>
                    <a:pt x="174008" y="1947106"/>
                  </a:cubicBezTo>
                  <a:cubicBezTo>
                    <a:pt x="318788" y="1933136"/>
                    <a:pt x="844568" y="1931866"/>
                    <a:pt x="1145558" y="1943296"/>
                  </a:cubicBezTo>
                  <a:cubicBezTo>
                    <a:pt x="1408448" y="1954726"/>
                    <a:pt x="1785638" y="1966156"/>
                    <a:pt x="1882158" y="2006796"/>
                  </a:cubicBezTo>
                  <a:cubicBezTo>
                    <a:pt x="1908828" y="2018226"/>
                    <a:pt x="1920258" y="2030926"/>
                    <a:pt x="1927878" y="2044896"/>
                  </a:cubicBezTo>
                  <a:cubicBezTo>
                    <a:pt x="1932958" y="2055056"/>
                    <a:pt x="1934228" y="2065216"/>
                    <a:pt x="1931688" y="2075376"/>
                  </a:cubicBezTo>
                  <a:cubicBezTo>
                    <a:pt x="1930418" y="2089346"/>
                    <a:pt x="1922798" y="2107126"/>
                    <a:pt x="1911368" y="2117286"/>
                  </a:cubicBezTo>
                  <a:cubicBezTo>
                    <a:pt x="1901208" y="2127446"/>
                    <a:pt x="1888508" y="2131256"/>
                    <a:pt x="1869458" y="2135066"/>
                  </a:cubicBezTo>
                  <a:cubicBezTo>
                    <a:pt x="1831358" y="2141416"/>
                    <a:pt x="1770398" y="2133796"/>
                    <a:pt x="1696738" y="2126176"/>
                  </a:cubicBezTo>
                  <a:cubicBezTo>
                    <a:pt x="1558308" y="2112206"/>
                    <a:pt x="1266208" y="2062676"/>
                    <a:pt x="1106188" y="2032196"/>
                  </a:cubicBezTo>
                  <a:cubicBezTo>
                    <a:pt x="995698" y="2011876"/>
                    <a:pt x="876318" y="1996636"/>
                    <a:pt x="829328" y="1971236"/>
                  </a:cubicBezTo>
                  <a:cubicBezTo>
                    <a:pt x="810278" y="1961076"/>
                    <a:pt x="802658" y="1949646"/>
                    <a:pt x="796308" y="1938216"/>
                  </a:cubicBezTo>
                  <a:cubicBezTo>
                    <a:pt x="789958" y="1928056"/>
                    <a:pt x="788688" y="1917896"/>
                    <a:pt x="789958" y="1907736"/>
                  </a:cubicBezTo>
                  <a:cubicBezTo>
                    <a:pt x="789958" y="1896306"/>
                    <a:pt x="792498" y="1886146"/>
                    <a:pt x="798848" y="1877256"/>
                  </a:cubicBezTo>
                  <a:cubicBezTo>
                    <a:pt x="806468" y="1865826"/>
                    <a:pt x="814088" y="1854396"/>
                    <a:pt x="835678" y="1846776"/>
                  </a:cubicBezTo>
                  <a:cubicBezTo>
                    <a:pt x="904258" y="1823916"/>
                    <a:pt x="1247158" y="1835346"/>
                    <a:pt x="1319548" y="1859476"/>
                  </a:cubicBezTo>
                  <a:cubicBezTo>
                    <a:pt x="1343678" y="1867096"/>
                    <a:pt x="1353838" y="1875986"/>
                    <a:pt x="1362728" y="1888686"/>
                  </a:cubicBezTo>
                  <a:cubicBezTo>
                    <a:pt x="1372888" y="1902656"/>
                    <a:pt x="1377968" y="1924246"/>
                    <a:pt x="1375428" y="1940756"/>
                  </a:cubicBezTo>
                  <a:cubicBezTo>
                    <a:pt x="1372888" y="1955996"/>
                    <a:pt x="1362728" y="1976316"/>
                    <a:pt x="1351298" y="1986476"/>
                  </a:cubicBezTo>
                  <a:cubicBezTo>
                    <a:pt x="1338598" y="1997906"/>
                    <a:pt x="1325898" y="2002986"/>
                    <a:pt x="1301768" y="2005526"/>
                  </a:cubicBezTo>
                  <a:cubicBezTo>
                    <a:pt x="1240808" y="2010606"/>
                    <a:pt x="1061738" y="1955996"/>
                    <a:pt x="972838" y="1944566"/>
                  </a:cubicBezTo>
                  <a:cubicBezTo>
                    <a:pt x="911878" y="1936946"/>
                    <a:pt x="883938" y="1935676"/>
                    <a:pt x="819168" y="1933136"/>
                  </a:cubicBezTo>
                  <a:cubicBezTo>
                    <a:pt x="708678" y="1926786"/>
                    <a:pt x="462298" y="1916626"/>
                    <a:pt x="365778" y="1922976"/>
                  </a:cubicBezTo>
                  <a:cubicBezTo>
                    <a:pt x="321328" y="1925516"/>
                    <a:pt x="295928" y="1945836"/>
                    <a:pt x="265448" y="1936946"/>
                  </a:cubicBezTo>
                  <a:cubicBezTo>
                    <a:pt x="233698" y="1925516"/>
                    <a:pt x="174008" y="1872176"/>
                    <a:pt x="181628" y="1853126"/>
                  </a:cubicBezTo>
                  <a:cubicBezTo>
                    <a:pt x="195598" y="1816296"/>
                    <a:pt x="434358" y="1841696"/>
                    <a:pt x="585488" y="1828996"/>
                  </a:cubicBezTo>
                  <a:cubicBezTo>
                    <a:pt x="779798" y="1812486"/>
                    <a:pt x="1098568" y="1783276"/>
                    <a:pt x="1249698" y="1759146"/>
                  </a:cubicBezTo>
                  <a:cubicBezTo>
                    <a:pt x="1329708" y="1746446"/>
                    <a:pt x="1398288" y="1735016"/>
                    <a:pt x="1431308" y="1721046"/>
                  </a:cubicBezTo>
                  <a:cubicBezTo>
                    <a:pt x="1444008" y="1715966"/>
                    <a:pt x="1446548" y="1705806"/>
                    <a:pt x="1456708" y="1704536"/>
                  </a:cubicBezTo>
                  <a:cubicBezTo>
                    <a:pt x="1469408" y="1701996"/>
                    <a:pt x="1490998" y="1708346"/>
                    <a:pt x="1502428" y="1714696"/>
                  </a:cubicBezTo>
                  <a:cubicBezTo>
                    <a:pt x="1511318" y="1719776"/>
                    <a:pt x="1518938" y="1728666"/>
                    <a:pt x="1522748" y="1737556"/>
                  </a:cubicBezTo>
                  <a:cubicBezTo>
                    <a:pt x="1527828" y="1746446"/>
                    <a:pt x="1531638" y="1756606"/>
                    <a:pt x="1531638" y="1768036"/>
                  </a:cubicBezTo>
                  <a:cubicBezTo>
                    <a:pt x="1530368" y="1782006"/>
                    <a:pt x="1524018" y="1801056"/>
                    <a:pt x="1515128" y="1811216"/>
                  </a:cubicBezTo>
                  <a:cubicBezTo>
                    <a:pt x="1508778" y="1820106"/>
                    <a:pt x="1504968" y="1823916"/>
                    <a:pt x="1489728" y="1830266"/>
                  </a:cubicBezTo>
                  <a:cubicBezTo>
                    <a:pt x="1426228" y="1853126"/>
                    <a:pt x="1090948" y="1851856"/>
                    <a:pt x="955058" y="1884876"/>
                  </a:cubicBezTo>
                  <a:cubicBezTo>
                    <a:pt x="868698" y="1906466"/>
                    <a:pt x="803928" y="1949646"/>
                    <a:pt x="748048" y="1966156"/>
                  </a:cubicBezTo>
                  <a:cubicBezTo>
                    <a:pt x="712488" y="1977586"/>
                    <a:pt x="688358" y="1981396"/>
                    <a:pt x="656608" y="1986476"/>
                  </a:cubicBezTo>
                  <a:cubicBezTo>
                    <a:pt x="623588" y="1990286"/>
                    <a:pt x="580408" y="2005526"/>
                    <a:pt x="552468" y="1992826"/>
                  </a:cubicBezTo>
                  <a:cubicBezTo>
                    <a:pt x="524528" y="1981396"/>
                    <a:pt x="492778" y="1944566"/>
                    <a:pt x="488968" y="1910276"/>
                  </a:cubicBezTo>
                  <a:cubicBezTo>
                    <a:pt x="483888" y="1863286"/>
                    <a:pt x="530878" y="1799786"/>
                    <a:pt x="574058" y="1729936"/>
                  </a:cubicBezTo>
                  <a:cubicBezTo>
                    <a:pt x="641368" y="1620716"/>
                    <a:pt x="753128" y="1491176"/>
                    <a:pt x="887748" y="1332426"/>
                  </a:cubicBezTo>
                  <a:cubicBezTo>
                    <a:pt x="1102378" y="1079696"/>
                    <a:pt x="1540528" y="609796"/>
                    <a:pt x="1760238" y="374846"/>
                  </a:cubicBezTo>
                  <a:cubicBezTo>
                    <a:pt x="1889778" y="236416"/>
                    <a:pt x="2014238" y="101796"/>
                    <a:pt x="2075198" y="48456"/>
                  </a:cubicBezTo>
                  <a:cubicBezTo>
                    <a:pt x="2096788" y="28136"/>
                    <a:pt x="2106948" y="17976"/>
                    <a:pt x="2123458" y="10356"/>
                  </a:cubicBezTo>
                  <a:cubicBezTo>
                    <a:pt x="2137428" y="4006"/>
                    <a:pt x="2152668" y="-1074"/>
                    <a:pt x="2166638" y="196"/>
                  </a:cubicBezTo>
                  <a:cubicBezTo>
                    <a:pt x="2180608" y="2736"/>
                    <a:pt x="2197118" y="12896"/>
                    <a:pt x="2204738" y="21786"/>
                  </a:cubicBezTo>
                  <a:cubicBezTo>
                    <a:pt x="2212358" y="29406"/>
                    <a:pt x="2216168" y="35756"/>
                    <a:pt x="2218708" y="48456"/>
                  </a:cubicBezTo>
                  <a:cubicBezTo>
                    <a:pt x="2223788" y="81476"/>
                    <a:pt x="2213628" y="155136"/>
                    <a:pt x="2195848" y="222446"/>
                  </a:cubicBezTo>
                  <a:cubicBezTo>
                    <a:pt x="2167908" y="326586"/>
                    <a:pt x="2101868" y="468826"/>
                    <a:pt x="2040908" y="604716"/>
                  </a:cubicBezTo>
                  <a:cubicBezTo>
                    <a:pt x="1968518" y="766006"/>
                    <a:pt x="1847868" y="981906"/>
                    <a:pt x="1781828" y="1126686"/>
                  </a:cubicBezTo>
                  <a:cubicBezTo>
                    <a:pt x="1736108" y="1225746"/>
                    <a:pt x="1720868" y="1280356"/>
                    <a:pt x="1673878" y="1380686"/>
                  </a:cubicBezTo>
                  <a:cubicBezTo>
                    <a:pt x="1604028" y="1529276"/>
                    <a:pt x="1455438" y="1784546"/>
                    <a:pt x="1386858" y="1928056"/>
                  </a:cubicBezTo>
                  <a:cubicBezTo>
                    <a:pt x="1343678" y="2016956"/>
                    <a:pt x="1322088" y="2116016"/>
                    <a:pt x="1290338" y="2147766"/>
                  </a:cubicBezTo>
                  <a:cubicBezTo>
                    <a:pt x="1276368" y="2161736"/>
                    <a:pt x="1263668" y="2165546"/>
                    <a:pt x="1249698" y="2165546"/>
                  </a:cubicBezTo>
                  <a:cubicBezTo>
                    <a:pt x="1235728" y="2166816"/>
                    <a:pt x="1217948" y="2160466"/>
                    <a:pt x="1206518" y="2151576"/>
                  </a:cubicBezTo>
                  <a:cubicBezTo>
                    <a:pt x="1196358" y="2142686"/>
                    <a:pt x="1187468" y="2126176"/>
                    <a:pt x="1184928" y="2113476"/>
                  </a:cubicBezTo>
                  <a:cubicBezTo>
                    <a:pt x="1182388" y="2103316"/>
                    <a:pt x="1182388" y="2099506"/>
                    <a:pt x="1186198" y="2082996"/>
                  </a:cubicBezTo>
                  <a:cubicBezTo>
                    <a:pt x="1203978" y="2013146"/>
                    <a:pt x="1357648" y="1662626"/>
                    <a:pt x="1421148" y="1530546"/>
                  </a:cubicBezTo>
                  <a:cubicBezTo>
                    <a:pt x="1459248" y="1454346"/>
                    <a:pt x="1496078" y="1384496"/>
                    <a:pt x="1518938" y="1354016"/>
                  </a:cubicBezTo>
                  <a:cubicBezTo>
                    <a:pt x="1529098" y="1341316"/>
                    <a:pt x="1531638" y="1336236"/>
                    <a:pt x="1541798" y="1331156"/>
                  </a:cubicBezTo>
                  <a:cubicBezTo>
                    <a:pt x="1554498" y="1323536"/>
                    <a:pt x="1574818" y="1318456"/>
                    <a:pt x="1590058" y="1320996"/>
                  </a:cubicBezTo>
                  <a:cubicBezTo>
                    <a:pt x="1607838" y="1326076"/>
                    <a:pt x="1631968" y="1345126"/>
                    <a:pt x="1639588" y="1360366"/>
                  </a:cubicBezTo>
                  <a:cubicBezTo>
                    <a:pt x="1647208" y="1374336"/>
                    <a:pt x="1645938" y="1389576"/>
                    <a:pt x="1643398" y="1408626"/>
                  </a:cubicBezTo>
                  <a:cubicBezTo>
                    <a:pt x="1638318" y="1442916"/>
                    <a:pt x="1614188" y="1514036"/>
                    <a:pt x="1595138" y="1547056"/>
                  </a:cubicBezTo>
                  <a:cubicBezTo>
                    <a:pt x="1582438" y="1567376"/>
                    <a:pt x="1569738" y="1581346"/>
                    <a:pt x="1553228" y="1591506"/>
                  </a:cubicBezTo>
                  <a:cubicBezTo>
                    <a:pt x="1539258" y="1600396"/>
                    <a:pt x="1520208" y="1606746"/>
                    <a:pt x="1504968" y="1605476"/>
                  </a:cubicBezTo>
                  <a:cubicBezTo>
                    <a:pt x="1488458" y="1605476"/>
                    <a:pt x="1469408" y="1597856"/>
                    <a:pt x="1457978" y="1585156"/>
                  </a:cubicBezTo>
                  <a:cubicBezTo>
                    <a:pt x="1445278" y="1569916"/>
                    <a:pt x="1438928" y="1555946"/>
                    <a:pt x="1438928" y="1520386"/>
                  </a:cubicBezTo>
                  <a:cubicBezTo>
                    <a:pt x="1438928" y="1362906"/>
                    <a:pt x="1771668" y="332936"/>
                    <a:pt x="1832628" y="207206"/>
                  </a:cubicBezTo>
                  <a:cubicBezTo>
                    <a:pt x="1842788" y="184346"/>
                    <a:pt x="1845328" y="177996"/>
                    <a:pt x="1858028" y="170376"/>
                  </a:cubicBezTo>
                  <a:cubicBezTo>
                    <a:pt x="1871998" y="161486"/>
                    <a:pt x="1901208" y="158946"/>
                    <a:pt x="1916448" y="162756"/>
                  </a:cubicBezTo>
                  <a:cubicBezTo>
                    <a:pt x="1926608" y="165296"/>
                    <a:pt x="1934228" y="171646"/>
                    <a:pt x="1941848" y="180536"/>
                  </a:cubicBezTo>
                  <a:cubicBezTo>
                    <a:pt x="1949468" y="190696"/>
                    <a:pt x="1955818" y="203396"/>
                    <a:pt x="1957088" y="222446"/>
                  </a:cubicBezTo>
                  <a:cubicBezTo>
                    <a:pt x="1959628" y="259276"/>
                    <a:pt x="1940578" y="304996"/>
                    <a:pt x="1912638" y="385006"/>
                  </a:cubicBezTo>
                  <a:cubicBezTo>
                    <a:pt x="1827548" y="632656"/>
                    <a:pt x="1402098" y="1761686"/>
                    <a:pt x="1287798" y="1870906"/>
                  </a:cubicBezTo>
                  <a:cubicBezTo>
                    <a:pt x="1266208" y="1891226"/>
                    <a:pt x="1249698" y="1892496"/>
                    <a:pt x="1233188" y="1891226"/>
                  </a:cubicBezTo>
                  <a:cubicBezTo>
                    <a:pt x="1217948" y="1889956"/>
                    <a:pt x="1203978" y="1884876"/>
                    <a:pt x="1193818" y="1869636"/>
                  </a:cubicBezTo>
                  <a:cubicBezTo>
                    <a:pt x="1173498" y="1842966"/>
                    <a:pt x="1160798" y="1774386"/>
                    <a:pt x="1164608" y="1712156"/>
                  </a:cubicBezTo>
                  <a:cubicBezTo>
                    <a:pt x="1170958" y="1618176"/>
                    <a:pt x="1231918" y="1494986"/>
                    <a:pt x="1280178" y="1360366"/>
                  </a:cubicBezTo>
                  <a:cubicBezTo>
                    <a:pt x="1346218" y="1177486"/>
                    <a:pt x="1483378" y="873956"/>
                    <a:pt x="1534178" y="715206"/>
                  </a:cubicBezTo>
                  <a:cubicBezTo>
                    <a:pt x="1562118" y="626306"/>
                    <a:pt x="1565928" y="569156"/>
                    <a:pt x="1586248" y="501846"/>
                  </a:cubicBezTo>
                  <a:cubicBezTo>
                    <a:pt x="1605298" y="438346"/>
                    <a:pt x="1637048" y="371036"/>
                    <a:pt x="1652288" y="318966"/>
                  </a:cubicBezTo>
                  <a:cubicBezTo>
                    <a:pt x="1663718" y="282136"/>
                    <a:pt x="1671338" y="254196"/>
                    <a:pt x="1676418" y="222446"/>
                  </a:cubicBezTo>
                  <a:cubicBezTo>
                    <a:pt x="1680228" y="190696"/>
                    <a:pt x="1672608" y="148786"/>
                    <a:pt x="1680228" y="128466"/>
                  </a:cubicBezTo>
                  <a:cubicBezTo>
                    <a:pt x="1684038" y="117036"/>
                    <a:pt x="1690388" y="110686"/>
                    <a:pt x="1699278" y="104336"/>
                  </a:cubicBezTo>
                  <a:cubicBezTo>
                    <a:pt x="1710708" y="96716"/>
                    <a:pt x="1729758" y="90366"/>
                    <a:pt x="1743728" y="91636"/>
                  </a:cubicBezTo>
                  <a:cubicBezTo>
                    <a:pt x="1757698" y="92906"/>
                    <a:pt x="1775478" y="99256"/>
                    <a:pt x="1785638" y="110686"/>
                  </a:cubicBezTo>
                  <a:cubicBezTo>
                    <a:pt x="1795798" y="123386"/>
                    <a:pt x="1807228" y="144976"/>
                    <a:pt x="1802148" y="169106"/>
                  </a:cubicBezTo>
                  <a:cubicBezTo>
                    <a:pt x="1793258" y="216096"/>
                    <a:pt x="1698008" y="291026"/>
                    <a:pt x="1648478" y="364686"/>
                  </a:cubicBezTo>
                  <a:cubicBezTo>
                    <a:pt x="1591328" y="451046"/>
                    <a:pt x="1530368" y="590746"/>
                    <a:pt x="1487188" y="659326"/>
                  </a:cubicBezTo>
                  <a:cubicBezTo>
                    <a:pt x="1463058" y="697426"/>
                    <a:pt x="1441468" y="713936"/>
                    <a:pt x="1423688" y="745686"/>
                  </a:cubicBezTo>
                  <a:cubicBezTo>
                    <a:pt x="1405908" y="779976"/>
                    <a:pt x="1403368" y="816806"/>
                    <a:pt x="1383048" y="856176"/>
                  </a:cubicBezTo>
                  <a:cubicBezTo>
                    <a:pt x="1356378" y="909516"/>
                    <a:pt x="1305578" y="999686"/>
                    <a:pt x="1267478" y="1031436"/>
                  </a:cubicBezTo>
                  <a:cubicBezTo>
                    <a:pt x="1245888" y="1049216"/>
                    <a:pt x="1223028" y="1059376"/>
                    <a:pt x="1201438" y="1058106"/>
                  </a:cubicBezTo>
                  <a:cubicBezTo>
                    <a:pt x="1181118" y="1055566"/>
                    <a:pt x="1153178" y="1032706"/>
                    <a:pt x="1143018" y="1018736"/>
                  </a:cubicBezTo>
                  <a:cubicBezTo>
                    <a:pt x="1135398" y="1007306"/>
                    <a:pt x="1135398" y="999686"/>
                    <a:pt x="1132858" y="983176"/>
                  </a:cubicBezTo>
                  <a:cubicBezTo>
                    <a:pt x="1129048" y="946346"/>
                    <a:pt x="1127778" y="859986"/>
                    <a:pt x="1144288" y="807916"/>
                  </a:cubicBezTo>
                  <a:cubicBezTo>
                    <a:pt x="1158258" y="760926"/>
                    <a:pt x="1183658" y="720286"/>
                    <a:pt x="1219218" y="683456"/>
                  </a:cubicBezTo>
                  <a:cubicBezTo>
                    <a:pt x="1263668" y="636466"/>
                    <a:pt x="1365268" y="548836"/>
                    <a:pt x="1403368" y="558996"/>
                  </a:cubicBezTo>
                  <a:cubicBezTo>
                    <a:pt x="1428768" y="566616"/>
                    <a:pt x="1442738" y="613606"/>
                    <a:pt x="1447818" y="649166"/>
                  </a:cubicBezTo>
                  <a:cubicBezTo>
                    <a:pt x="1455438" y="697426"/>
                    <a:pt x="1435118" y="772356"/>
                    <a:pt x="1421148" y="823156"/>
                  </a:cubicBezTo>
                  <a:cubicBezTo>
                    <a:pt x="1409718" y="862526"/>
                    <a:pt x="1399558" y="881576"/>
                    <a:pt x="1379238" y="927296"/>
                  </a:cubicBezTo>
                  <a:cubicBezTo>
                    <a:pt x="1337328" y="1014926"/>
                    <a:pt x="1244618" y="1201616"/>
                    <a:pt x="1170958" y="1309566"/>
                  </a:cubicBezTo>
                  <a:cubicBezTo>
                    <a:pt x="1111268" y="1397196"/>
                    <a:pt x="1056658" y="1456886"/>
                    <a:pt x="982998" y="1534356"/>
                  </a:cubicBezTo>
                  <a:cubicBezTo>
                    <a:pt x="892828" y="1630876"/>
                    <a:pt x="723918" y="1804866"/>
                    <a:pt x="661688" y="1837886"/>
                  </a:cubicBezTo>
                  <a:cubicBezTo>
                    <a:pt x="640098" y="1848046"/>
                    <a:pt x="628668" y="1850586"/>
                    <a:pt x="613428" y="1848046"/>
                  </a:cubicBezTo>
                  <a:cubicBezTo>
                    <a:pt x="594378" y="1842966"/>
                    <a:pt x="568978" y="1826456"/>
                    <a:pt x="561358" y="1808676"/>
                  </a:cubicBezTo>
                  <a:cubicBezTo>
                    <a:pt x="552468" y="1790896"/>
                    <a:pt x="551198" y="1756606"/>
                    <a:pt x="562628" y="1743906"/>
                  </a:cubicBezTo>
                  <a:cubicBezTo>
                    <a:pt x="579138" y="1726126"/>
                    <a:pt x="631208" y="1732476"/>
                    <a:pt x="668038" y="1731206"/>
                  </a:cubicBezTo>
                  <a:cubicBezTo>
                    <a:pt x="704868" y="1728666"/>
                    <a:pt x="748048" y="1726126"/>
                    <a:pt x="784878" y="1729936"/>
                  </a:cubicBezTo>
                  <a:cubicBezTo>
                    <a:pt x="815358" y="1733746"/>
                    <a:pt x="831868" y="1743906"/>
                    <a:pt x="872508" y="1750256"/>
                  </a:cubicBezTo>
                  <a:cubicBezTo>
                    <a:pt x="957598" y="1764226"/>
                    <a:pt x="1143018" y="1780736"/>
                    <a:pt x="1275098" y="1788356"/>
                  </a:cubicBezTo>
                  <a:cubicBezTo>
                    <a:pt x="1400828" y="1795976"/>
                    <a:pt x="1548148" y="1799786"/>
                    <a:pt x="1647208" y="1797246"/>
                  </a:cubicBezTo>
                  <a:cubicBezTo>
                    <a:pt x="1714518" y="1794706"/>
                    <a:pt x="1760238" y="1792166"/>
                    <a:pt x="1814848" y="1784546"/>
                  </a:cubicBezTo>
                  <a:cubicBezTo>
                    <a:pt x="1869458" y="1778196"/>
                    <a:pt x="1927878" y="1766766"/>
                    <a:pt x="1977408" y="1754066"/>
                  </a:cubicBezTo>
                  <a:cubicBezTo>
                    <a:pt x="2020588" y="1742636"/>
                    <a:pt x="2054878" y="1729936"/>
                    <a:pt x="2098058" y="1713426"/>
                  </a:cubicBezTo>
                  <a:cubicBezTo>
                    <a:pt x="2151398" y="1693106"/>
                    <a:pt x="2225058" y="1658816"/>
                    <a:pt x="2273318" y="1634686"/>
                  </a:cubicBezTo>
                  <a:cubicBezTo>
                    <a:pt x="2307608" y="1616906"/>
                    <a:pt x="2341898" y="1600396"/>
                    <a:pt x="2358408" y="1585156"/>
                  </a:cubicBezTo>
                  <a:cubicBezTo>
                    <a:pt x="2368568" y="1576266"/>
                    <a:pt x="2367298" y="1563566"/>
                    <a:pt x="2376188" y="1558486"/>
                  </a:cubicBezTo>
                  <a:cubicBezTo>
                    <a:pt x="2386348" y="1550866"/>
                    <a:pt x="2409208" y="1545786"/>
                    <a:pt x="2423178" y="1547056"/>
                  </a:cubicBezTo>
                  <a:cubicBezTo>
                    <a:pt x="2434608" y="1548326"/>
                    <a:pt x="2443498" y="1552136"/>
                    <a:pt x="2452388" y="1559756"/>
                  </a:cubicBezTo>
                  <a:cubicBezTo>
                    <a:pt x="2463818" y="1568646"/>
                    <a:pt x="2476518" y="1585156"/>
                    <a:pt x="2479058" y="1599126"/>
                  </a:cubicBezTo>
                  <a:cubicBezTo>
                    <a:pt x="2482868" y="1614366"/>
                    <a:pt x="2477788" y="1634686"/>
                    <a:pt x="2472708" y="1647386"/>
                  </a:cubicBezTo>
                  <a:cubicBezTo>
                    <a:pt x="2467628" y="1657546"/>
                    <a:pt x="2463818" y="1661356"/>
                    <a:pt x="2449848" y="1671516"/>
                  </a:cubicBezTo>
                  <a:cubicBezTo>
                    <a:pt x="2399048" y="1705806"/>
                    <a:pt x="2092978" y="1860746"/>
                    <a:pt x="2035828" y="1834076"/>
                  </a:cubicBezTo>
                  <a:cubicBezTo>
                    <a:pt x="2011698" y="1822646"/>
                    <a:pt x="1997728" y="1769306"/>
                    <a:pt x="2007888" y="1754066"/>
                  </a:cubicBezTo>
                  <a:cubicBezTo>
                    <a:pt x="2020588" y="1736286"/>
                    <a:pt x="2091708" y="1748986"/>
                    <a:pt x="2137428" y="1754066"/>
                  </a:cubicBezTo>
                  <a:cubicBezTo>
                    <a:pt x="2190768" y="1760416"/>
                    <a:pt x="2247918" y="1784546"/>
                    <a:pt x="2307608" y="1793436"/>
                  </a:cubicBezTo>
                  <a:cubicBezTo>
                    <a:pt x="2373648" y="1804866"/>
                    <a:pt x="2470168" y="1795976"/>
                    <a:pt x="2517158" y="1812486"/>
                  </a:cubicBezTo>
                  <a:cubicBezTo>
                    <a:pt x="2545098" y="1822646"/>
                    <a:pt x="2565418" y="1835346"/>
                    <a:pt x="2576848" y="1853126"/>
                  </a:cubicBezTo>
                  <a:cubicBezTo>
                    <a:pt x="2588278" y="1872176"/>
                    <a:pt x="2592088" y="1906466"/>
                    <a:pt x="2584468" y="1926786"/>
                  </a:cubicBezTo>
                  <a:cubicBezTo>
                    <a:pt x="2575578" y="1945836"/>
                    <a:pt x="2559068" y="1958536"/>
                    <a:pt x="2528588" y="1973776"/>
                  </a:cubicBezTo>
                  <a:cubicBezTo>
                    <a:pt x="2452388" y="2009336"/>
                    <a:pt x="2105678" y="2088076"/>
                    <a:pt x="2072658" y="2049976"/>
                  </a:cubicBezTo>
                  <a:cubicBezTo>
                    <a:pt x="2058688" y="2032196"/>
                    <a:pt x="2079008" y="1976316"/>
                    <a:pt x="2100598" y="1959806"/>
                  </a:cubicBezTo>
                  <a:cubicBezTo>
                    <a:pt x="2128538" y="1940756"/>
                    <a:pt x="2189498" y="1957266"/>
                    <a:pt x="2241568" y="1961076"/>
                  </a:cubicBezTo>
                  <a:cubicBezTo>
                    <a:pt x="2308878" y="1966156"/>
                    <a:pt x="2418098" y="1980126"/>
                    <a:pt x="2473978" y="1992826"/>
                  </a:cubicBezTo>
                  <a:cubicBezTo>
                    <a:pt x="2506998" y="2000446"/>
                    <a:pt x="2533668" y="2006796"/>
                    <a:pt x="2551448" y="2018226"/>
                  </a:cubicBezTo>
                  <a:cubicBezTo>
                    <a:pt x="2564148" y="2025846"/>
                    <a:pt x="2573038" y="2032196"/>
                    <a:pt x="2579388" y="2044896"/>
                  </a:cubicBezTo>
                  <a:cubicBezTo>
                    <a:pt x="2588278" y="2062676"/>
                    <a:pt x="2592088" y="2099506"/>
                    <a:pt x="2585738" y="2119826"/>
                  </a:cubicBezTo>
                  <a:cubicBezTo>
                    <a:pt x="2579388" y="2137606"/>
                    <a:pt x="2567958" y="2149036"/>
                    <a:pt x="2546368" y="2160466"/>
                  </a:cubicBezTo>
                  <a:cubicBezTo>
                    <a:pt x="2493028" y="2187136"/>
                    <a:pt x="2256808" y="2231586"/>
                    <a:pt x="2235218" y="2202376"/>
                  </a:cubicBezTo>
                  <a:cubicBezTo>
                    <a:pt x="2223788" y="2187136"/>
                    <a:pt x="2252998" y="2138876"/>
                    <a:pt x="2273318" y="2119826"/>
                  </a:cubicBezTo>
                  <a:cubicBezTo>
                    <a:pt x="2293638" y="2100776"/>
                    <a:pt x="2357138" y="2094426"/>
                    <a:pt x="2355868" y="2085536"/>
                  </a:cubicBezTo>
                  <a:cubicBezTo>
                    <a:pt x="2354598" y="2077916"/>
                    <a:pt x="2282208" y="2084266"/>
                    <a:pt x="2263158" y="2071566"/>
                  </a:cubicBezTo>
                  <a:cubicBezTo>
                    <a:pt x="2251728" y="2062676"/>
                    <a:pt x="2245378" y="2051246"/>
                    <a:pt x="2241568" y="2037276"/>
                  </a:cubicBezTo>
                  <a:cubicBezTo>
                    <a:pt x="2236488" y="2019496"/>
                    <a:pt x="2236488" y="1994096"/>
                    <a:pt x="2244108" y="1976316"/>
                  </a:cubicBezTo>
                  <a:cubicBezTo>
                    <a:pt x="2250458" y="1958536"/>
                    <a:pt x="2270778" y="1940756"/>
                    <a:pt x="2286018" y="1931866"/>
                  </a:cubicBezTo>
                  <a:cubicBezTo>
                    <a:pt x="2297448" y="1925516"/>
                    <a:pt x="2311418" y="1921706"/>
                    <a:pt x="2325388" y="1922976"/>
                  </a:cubicBezTo>
                  <a:cubicBezTo>
                    <a:pt x="2343168" y="1925516"/>
                    <a:pt x="2382538" y="1943296"/>
                    <a:pt x="2381268" y="1947106"/>
                  </a:cubicBezTo>
                  <a:cubicBezTo>
                    <a:pt x="2379998" y="1950916"/>
                    <a:pt x="2282208" y="1945836"/>
                    <a:pt x="2280938" y="1936946"/>
                  </a:cubicBezTo>
                  <a:cubicBezTo>
                    <a:pt x="2279668" y="1929326"/>
                    <a:pt x="2335548" y="1910276"/>
                    <a:pt x="2371108" y="1900116"/>
                  </a:cubicBezTo>
                  <a:cubicBezTo>
                    <a:pt x="2421908" y="1884876"/>
                    <a:pt x="2495568" y="1882336"/>
                    <a:pt x="2557798" y="1864556"/>
                  </a:cubicBezTo>
                  <a:cubicBezTo>
                    <a:pt x="2623838" y="1846776"/>
                    <a:pt x="2724168" y="1811216"/>
                    <a:pt x="2757188" y="1789626"/>
                  </a:cubicBezTo>
                  <a:cubicBezTo>
                    <a:pt x="2771158" y="1782006"/>
                    <a:pt x="2769888" y="1770576"/>
                    <a:pt x="2781318" y="1768036"/>
                  </a:cubicBezTo>
                  <a:cubicBezTo>
                    <a:pt x="2797828" y="1762956"/>
                    <a:pt x="2838468" y="1775656"/>
                    <a:pt x="2853708" y="1789626"/>
                  </a:cubicBezTo>
                  <a:cubicBezTo>
                    <a:pt x="2868948" y="1801056"/>
                    <a:pt x="2876568" y="1825186"/>
                    <a:pt x="2879108" y="1841696"/>
                  </a:cubicBezTo>
                  <a:cubicBezTo>
                    <a:pt x="2880378" y="1855666"/>
                    <a:pt x="2879108" y="1868366"/>
                    <a:pt x="2871488" y="1879796"/>
                  </a:cubicBezTo>
                  <a:cubicBezTo>
                    <a:pt x="2862598" y="1897576"/>
                    <a:pt x="2841008" y="1922976"/>
                    <a:pt x="2813068" y="1928056"/>
                  </a:cubicBezTo>
                  <a:cubicBezTo>
                    <a:pt x="2760998" y="1935676"/>
                    <a:pt x="2654318" y="1851856"/>
                    <a:pt x="2569228" y="1832806"/>
                  </a:cubicBezTo>
                  <a:cubicBezTo>
                    <a:pt x="2484138" y="1812486"/>
                    <a:pt x="2349518" y="1835346"/>
                    <a:pt x="2302528" y="1812486"/>
                  </a:cubicBezTo>
                  <a:cubicBezTo>
                    <a:pt x="2280938" y="1801056"/>
                    <a:pt x="2270778" y="1783276"/>
                    <a:pt x="2264428" y="1768036"/>
                  </a:cubicBezTo>
                  <a:cubicBezTo>
                    <a:pt x="2259348" y="1755336"/>
                    <a:pt x="2256808" y="1742636"/>
                    <a:pt x="2260618" y="1728666"/>
                  </a:cubicBezTo>
                  <a:cubicBezTo>
                    <a:pt x="2263158" y="1712156"/>
                    <a:pt x="2274588" y="1689296"/>
                    <a:pt x="2287288" y="1677866"/>
                  </a:cubicBezTo>
                  <a:cubicBezTo>
                    <a:pt x="2301258" y="1666436"/>
                    <a:pt x="2319038" y="1660086"/>
                    <a:pt x="2341898" y="1657546"/>
                  </a:cubicBezTo>
                  <a:cubicBezTo>
                    <a:pt x="2377458" y="1655006"/>
                    <a:pt x="2452388" y="1672786"/>
                    <a:pt x="2482868" y="1684216"/>
                  </a:cubicBezTo>
                  <a:cubicBezTo>
                    <a:pt x="2498108" y="1690566"/>
                    <a:pt x="2506998" y="1694376"/>
                    <a:pt x="2515888" y="1705806"/>
                  </a:cubicBezTo>
                  <a:cubicBezTo>
                    <a:pt x="2527318" y="1722316"/>
                    <a:pt x="2541288" y="1759146"/>
                    <a:pt x="2536208" y="1780736"/>
                  </a:cubicBezTo>
                  <a:cubicBezTo>
                    <a:pt x="2531128" y="1803596"/>
                    <a:pt x="2512078" y="1827726"/>
                    <a:pt x="2486678" y="1840426"/>
                  </a:cubicBezTo>
                  <a:cubicBezTo>
                    <a:pt x="2447308" y="1858206"/>
                    <a:pt x="2377458" y="1840426"/>
                    <a:pt x="2310148" y="1846776"/>
                  </a:cubicBezTo>
                  <a:cubicBezTo>
                    <a:pt x="2217438" y="1854396"/>
                    <a:pt x="2101868" y="1878526"/>
                    <a:pt x="1983758" y="1892496"/>
                  </a:cubicBezTo>
                  <a:cubicBezTo>
                    <a:pt x="1842788" y="1907736"/>
                    <a:pt x="1643398" y="1912816"/>
                    <a:pt x="1520208" y="1931866"/>
                  </a:cubicBezTo>
                  <a:cubicBezTo>
                    <a:pt x="1437658" y="1944566"/>
                    <a:pt x="1366538" y="1961076"/>
                    <a:pt x="1314468" y="1977586"/>
                  </a:cubicBezTo>
                  <a:cubicBezTo>
                    <a:pt x="1281448" y="1987746"/>
                    <a:pt x="1259858" y="2008066"/>
                    <a:pt x="1235728" y="2009336"/>
                  </a:cubicBezTo>
                  <a:cubicBezTo>
                    <a:pt x="1214138" y="2009336"/>
                    <a:pt x="1187468" y="2002986"/>
                    <a:pt x="1174768" y="1990286"/>
                  </a:cubicBezTo>
                  <a:cubicBezTo>
                    <a:pt x="1160798" y="1976316"/>
                    <a:pt x="1153178" y="1947106"/>
                    <a:pt x="1155718" y="1929326"/>
                  </a:cubicBezTo>
                  <a:cubicBezTo>
                    <a:pt x="1156988" y="1914086"/>
                    <a:pt x="1169688" y="1897576"/>
                    <a:pt x="1179848" y="1888686"/>
                  </a:cubicBezTo>
                  <a:cubicBezTo>
                    <a:pt x="1188738" y="1881066"/>
                    <a:pt x="1193818" y="1877256"/>
                    <a:pt x="1210328" y="1874716"/>
                  </a:cubicBezTo>
                  <a:cubicBezTo>
                    <a:pt x="1266208" y="1863286"/>
                    <a:pt x="1478298" y="1895036"/>
                    <a:pt x="1601488" y="1884876"/>
                  </a:cubicBezTo>
                  <a:cubicBezTo>
                    <a:pt x="1711978" y="1875986"/>
                    <a:pt x="1837708" y="1842966"/>
                    <a:pt x="1913908" y="1822646"/>
                  </a:cubicBezTo>
                  <a:cubicBezTo>
                    <a:pt x="1959628" y="1809946"/>
                    <a:pt x="2020588" y="1784546"/>
                    <a:pt x="2021858" y="1785816"/>
                  </a:cubicBezTo>
                  <a:cubicBezTo>
                    <a:pt x="2021858" y="1787086"/>
                    <a:pt x="1982488" y="1811216"/>
                    <a:pt x="1950738" y="1817566"/>
                  </a:cubicBezTo>
                  <a:cubicBezTo>
                    <a:pt x="1892318" y="1828996"/>
                    <a:pt x="1748808" y="1806136"/>
                    <a:pt x="1696738" y="1816296"/>
                  </a:cubicBezTo>
                  <a:cubicBezTo>
                    <a:pt x="1671338" y="1820106"/>
                    <a:pt x="1662448" y="1836616"/>
                    <a:pt x="1644668" y="1836616"/>
                  </a:cubicBezTo>
                  <a:cubicBezTo>
                    <a:pt x="1623078" y="1835346"/>
                    <a:pt x="1592598" y="1822646"/>
                    <a:pt x="1579898" y="1804866"/>
                  </a:cubicBezTo>
                  <a:cubicBezTo>
                    <a:pt x="1567198" y="1788356"/>
                    <a:pt x="1562118" y="1755336"/>
                    <a:pt x="1568468" y="1735016"/>
                  </a:cubicBezTo>
                  <a:cubicBezTo>
                    <a:pt x="1574818" y="1714696"/>
                    <a:pt x="1592598" y="1696916"/>
                    <a:pt x="1620538" y="1685486"/>
                  </a:cubicBezTo>
                  <a:cubicBezTo>
                    <a:pt x="1677688" y="1662626"/>
                    <a:pt x="1866918" y="1672786"/>
                    <a:pt x="1926608" y="1682946"/>
                  </a:cubicBezTo>
                  <a:cubicBezTo>
                    <a:pt x="1952008" y="1688026"/>
                    <a:pt x="1967248" y="1691836"/>
                    <a:pt x="1979948" y="1703266"/>
                  </a:cubicBezTo>
                  <a:cubicBezTo>
                    <a:pt x="1993918" y="1715966"/>
                    <a:pt x="2005348" y="1735016"/>
                    <a:pt x="2006618" y="1754066"/>
                  </a:cubicBezTo>
                  <a:cubicBezTo>
                    <a:pt x="2007888" y="1775656"/>
                    <a:pt x="1995188" y="1808676"/>
                    <a:pt x="1979948" y="1823916"/>
                  </a:cubicBezTo>
                  <a:cubicBezTo>
                    <a:pt x="1967248" y="1836616"/>
                    <a:pt x="1952008" y="1839156"/>
                    <a:pt x="1926608" y="1844236"/>
                  </a:cubicBezTo>
                  <a:cubicBezTo>
                    <a:pt x="1874538" y="1853126"/>
                    <a:pt x="1762778" y="1846776"/>
                    <a:pt x="1676418" y="1842966"/>
                  </a:cubicBezTo>
                  <a:cubicBezTo>
                    <a:pt x="1584978" y="1837886"/>
                    <a:pt x="1469408" y="1828996"/>
                    <a:pt x="1390668" y="1817566"/>
                  </a:cubicBezTo>
                  <a:cubicBezTo>
                    <a:pt x="1336058" y="1809946"/>
                    <a:pt x="1281448" y="1808676"/>
                    <a:pt x="1250968" y="1789626"/>
                  </a:cubicBezTo>
                  <a:cubicBezTo>
                    <a:pt x="1229378" y="1775656"/>
                    <a:pt x="1211598" y="1752796"/>
                    <a:pt x="1209058" y="1731206"/>
                  </a:cubicBezTo>
                  <a:cubicBezTo>
                    <a:pt x="1206518" y="1710886"/>
                    <a:pt x="1216678" y="1679136"/>
                    <a:pt x="1233188" y="1663896"/>
                  </a:cubicBezTo>
                  <a:cubicBezTo>
                    <a:pt x="1248428" y="1649926"/>
                    <a:pt x="1276368" y="1658816"/>
                    <a:pt x="1301768" y="1646116"/>
                  </a:cubicBezTo>
                  <a:cubicBezTo>
                    <a:pt x="1343678" y="1623256"/>
                    <a:pt x="1391938" y="1561026"/>
                    <a:pt x="1447818" y="1520386"/>
                  </a:cubicBezTo>
                  <a:cubicBezTo>
                    <a:pt x="1516398" y="1470856"/>
                    <a:pt x="1607838" y="1431486"/>
                    <a:pt x="1686578" y="1376876"/>
                  </a:cubicBezTo>
                  <a:cubicBezTo>
                    <a:pt x="1770398" y="1318456"/>
                    <a:pt x="1931688" y="1171136"/>
                    <a:pt x="1936768" y="1176216"/>
                  </a:cubicBezTo>
                  <a:cubicBezTo>
                    <a:pt x="1938038" y="1177486"/>
                    <a:pt x="1926608" y="1200346"/>
                    <a:pt x="1918988" y="1201616"/>
                  </a:cubicBezTo>
                  <a:cubicBezTo>
                    <a:pt x="1911368" y="1202886"/>
                    <a:pt x="1898668" y="1188916"/>
                    <a:pt x="1892318" y="1177486"/>
                  </a:cubicBezTo>
                  <a:cubicBezTo>
                    <a:pt x="1884698" y="1164786"/>
                    <a:pt x="1877078" y="1143196"/>
                    <a:pt x="1879618" y="1126686"/>
                  </a:cubicBezTo>
                  <a:cubicBezTo>
                    <a:pt x="1883428" y="1107636"/>
                    <a:pt x="1899938" y="1079696"/>
                    <a:pt x="1918988" y="1069536"/>
                  </a:cubicBezTo>
                  <a:cubicBezTo>
                    <a:pt x="1940578" y="1058106"/>
                    <a:pt x="1987568" y="1064456"/>
                    <a:pt x="2009158" y="1070806"/>
                  </a:cubicBezTo>
                  <a:cubicBezTo>
                    <a:pt x="2021858" y="1075886"/>
                    <a:pt x="2030748" y="1082236"/>
                    <a:pt x="2038368" y="1091126"/>
                  </a:cubicBezTo>
                  <a:cubicBezTo>
                    <a:pt x="2047258" y="1103826"/>
                    <a:pt x="2057418" y="1125416"/>
                    <a:pt x="2056148" y="1141926"/>
                  </a:cubicBezTo>
                  <a:cubicBezTo>
                    <a:pt x="2056148" y="1158436"/>
                    <a:pt x="2048528" y="1178756"/>
                    <a:pt x="2037098" y="1191456"/>
                  </a:cubicBezTo>
                  <a:cubicBezTo>
                    <a:pt x="2025668" y="1204156"/>
                    <a:pt x="2016778" y="1210506"/>
                    <a:pt x="1990108" y="1215586"/>
                  </a:cubicBezTo>
                  <a:cubicBezTo>
                    <a:pt x="1889778" y="1235906"/>
                    <a:pt x="1339868" y="1199076"/>
                    <a:pt x="1230648" y="1167326"/>
                  </a:cubicBezTo>
                  <a:cubicBezTo>
                    <a:pt x="1197628" y="1157166"/>
                    <a:pt x="1182388" y="1149546"/>
                    <a:pt x="1170958" y="1134306"/>
                  </a:cubicBezTo>
                  <a:cubicBezTo>
                    <a:pt x="1160798" y="1120336"/>
                    <a:pt x="1158258" y="1098746"/>
                    <a:pt x="1159528" y="1083506"/>
                  </a:cubicBezTo>
                  <a:cubicBezTo>
                    <a:pt x="1160798" y="1072076"/>
                    <a:pt x="1164608" y="1060646"/>
                    <a:pt x="1173498" y="1051756"/>
                  </a:cubicBezTo>
                  <a:cubicBezTo>
                    <a:pt x="1184928" y="1039056"/>
                    <a:pt x="1211598" y="1025086"/>
                    <a:pt x="1233188" y="1022546"/>
                  </a:cubicBezTo>
                  <a:cubicBezTo>
                    <a:pt x="1259858" y="1020006"/>
                    <a:pt x="1292878" y="1032706"/>
                    <a:pt x="1323358" y="1045406"/>
                  </a:cubicBezTo>
                  <a:cubicBezTo>
                    <a:pt x="1360188" y="1059376"/>
                    <a:pt x="1405908" y="1110176"/>
                    <a:pt x="1436388" y="1105096"/>
                  </a:cubicBezTo>
                  <a:cubicBezTo>
                    <a:pt x="1463058" y="1100016"/>
                    <a:pt x="1485918" y="1059376"/>
                    <a:pt x="1499888" y="1032706"/>
                  </a:cubicBezTo>
                  <a:cubicBezTo>
                    <a:pt x="1515128" y="1006036"/>
                    <a:pt x="1511318" y="961586"/>
                    <a:pt x="1524018" y="942536"/>
                  </a:cubicBezTo>
                  <a:cubicBezTo>
                    <a:pt x="1531638" y="929836"/>
                    <a:pt x="1541798" y="923486"/>
                    <a:pt x="1554498" y="918406"/>
                  </a:cubicBezTo>
                  <a:cubicBezTo>
                    <a:pt x="1571008" y="913326"/>
                    <a:pt x="1595138" y="909516"/>
                    <a:pt x="1612918" y="915866"/>
                  </a:cubicBezTo>
                  <a:cubicBezTo>
                    <a:pt x="1631968" y="924756"/>
                    <a:pt x="1654828" y="947616"/>
                    <a:pt x="1664988" y="970476"/>
                  </a:cubicBezTo>
                  <a:cubicBezTo>
                    <a:pt x="1676418" y="998416"/>
                    <a:pt x="1672608" y="1050486"/>
                    <a:pt x="1670068" y="1075886"/>
                  </a:cubicBezTo>
                  <a:cubicBezTo>
                    <a:pt x="1668798" y="1092396"/>
                    <a:pt x="1668798" y="1102556"/>
                    <a:pt x="1661178" y="1115256"/>
                  </a:cubicBezTo>
                  <a:cubicBezTo>
                    <a:pt x="1653558" y="1129226"/>
                    <a:pt x="1635778" y="1148276"/>
                    <a:pt x="1617998" y="1153356"/>
                  </a:cubicBezTo>
                  <a:cubicBezTo>
                    <a:pt x="1597678" y="1159706"/>
                    <a:pt x="1560848" y="1157166"/>
                    <a:pt x="1541798" y="1144466"/>
                  </a:cubicBezTo>
                  <a:cubicBezTo>
                    <a:pt x="1524018" y="1133036"/>
                    <a:pt x="1506238" y="1106366"/>
                    <a:pt x="1506238" y="1077156"/>
                  </a:cubicBezTo>
                  <a:cubicBezTo>
                    <a:pt x="1507508" y="1028896"/>
                    <a:pt x="1586248" y="910786"/>
                    <a:pt x="1623078" y="879036"/>
                  </a:cubicBezTo>
                  <a:cubicBezTo>
                    <a:pt x="1642128" y="863796"/>
                    <a:pt x="1659908" y="858716"/>
                    <a:pt x="1678958" y="858716"/>
                  </a:cubicBezTo>
                  <a:cubicBezTo>
                    <a:pt x="1696738" y="858716"/>
                    <a:pt x="1720868" y="868876"/>
                    <a:pt x="1733568" y="879036"/>
                  </a:cubicBezTo>
                  <a:cubicBezTo>
                    <a:pt x="1744998" y="887926"/>
                    <a:pt x="1752618" y="900626"/>
                    <a:pt x="1756428" y="912056"/>
                  </a:cubicBezTo>
                  <a:cubicBezTo>
                    <a:pt x="1761508" y="924756"/>
                    <a:pt x="1764048" y="938726"/>
                    <a:pt x="1761508" y="952696"/>
                  </a:cubicBezTo>
                  <a:cubicBezTo>
                    <a:pt x="1758968" y="969206"/>
                    <a:pt x="1737378" y="1006036"/>
                    <a:pt x="1733568" y="1004766"/>
                  </a:cubicBezTo>
                  <a:cubicBezTo>
                    <a:pt x="1729758" y="1003496"/>
                    <a:pt x="1748808" y="908246"/>
                    <a:pt x="1753888" y="908246"/>
                  </a:cubicBezTo>
                  <a:cubicBezTo>
                    <a:pt x="1760238" y="908246"/>
                    <a:pt x="1765318" y="967936"/>
                    <a:pt x="1767858" y="1016196"/>
                  </a:cubicBezTo>
                  <a:cubicBezTo>
                    <a:pt x="1772938" y="1105096"/>
                    <a:pt x="1778018" y="1332426"/>
                    <a:pt x="1765318" y="1402276"/>
                  </a:cubicBezTo>
                  <a:cubicBezTo>
                    <a:pt x="1760238" y="1428946"/>
                    <a:pt x="1755158" y="1442916"/>
                    <a:pt x="1744998" y="1455616"/>
                  </a:cubicBezTo>
                  <a:cubicBezTo>
                    <a:pt x="1736108" y="1465776"/>
                    <a:pt x="1727218" y="1474666"/>
                    <a:pt x="1713248" y="1477206"/>
                  </a:cubicBezTo>
                  <a:cubicBezTo>
                    <a:pt x="1694198" y="1482286"/>
                    <a:pt x="1656098" y="1481016"/>
                    <a:pt x="1638318" y="1468316"/>
                  </a:cubicBezTo>
                  <a:cubicBezTo>
                    <a:pt x="1619268" y="1455616"/>
                    <a:pt x="1601488" y="1425136"/>
                    <a:pt x="1602758" y="1402276"/>
                  </a:cubicBezTo>
                  <a:cubicBezTo>
                    <a:pt x="1604028" y="1371796"/>
                    <a:pt x="1653558" y="1337506"/>
                    <a:pt x="1664988" y="1304486"/>
                  </a:cubicBezTo>
                  <a:cubicBezTo>
                    <a:pt x="1673878" y="1279086"/>
                    <a:pt x="1664988" y="1256226"/>
                    <a:pt x="1671338" y="1227016"/>
                  </a:cubicBezTo>
                  <a:cubicBezTo>
                    <a:pt x="1680228" y="1182566"/>
                    <a:pt x="1705628" y="1130496"/>
                    <a:pt x="1720868" y="1072076"/>
                  </a:cubicBezTo>
                  <a:cubicBezTo>
                    <a:pt x="1739918" y="999686"/>
                    <a:pt x="1743728" y="870146"/>
                    <a:pt x="1772938" y="820616"/>
                  </a:cubicBezTo>
                  <a:cubicBezTo>
                    <a:pt x="1789448" y="793946"/>
                    <a:pt x="1811038" y="777436"/>
                    <a:pt x="1833898" y="772356"/>
                  </a:cubicBezTo>
                  <a:cubicBezTo>
                    <a:pt x="1855488" y="768546"/>
                    <a:pt x="1891048" y="778706"/>
                    <a:pt x="1907558" y="795216"/>
                  </a:cubicBezTo>
                  <a:cubicBezTo>
                    <a:pt x="1924068" y="811726"/>
                    <a:pt x="1941848" y="856176"/>
                    <a:pt x="1931688" y="868876"/>
                  </a:cubicBezTo>
                  <a:cubicBezTo>
                    <a:pt x="1916448" y="886656"/>
                    <a:pt x="1779288" y="862526"/>
                    <a:pt x="1769128" y="840936"/>
                  </a:cubicBezTo>
                  <a:cubicBezTo>
                    <a:pt x="1762778" y="828236"/>
                    <a:pt x="1783098" y="801566"/>
                    <a:pt x="1798338" y="790136"/>
                  </a:cubicBezTo>
                  <a:cubicBezTo>
                    <a:pt x="1816118" y="777436"/>
                    <a:pt x="1852948" y="771086"/>
                    <a:pt x="1874538" y="776166"/>
                  </a:cubicBezTo>
                  <a:cubicBezTo>
                    <a:pt x="1893588" y="779976"/>
                    <a:pt x="1911368" y="796486"/>
                    <a:pt x="1921528" y="811726"/>
                  </a:cubicBezTo>
                  <a:cubicBezTo>
                    <a:pt x="1930418" y="826966"/>
                    <a:pt x="1936768" y="849826"/>
                    <a:pt x="1931688" y="868876"/>
                  </a:cubicBezTo>
                  <a:cubicBezTo>
                    <a:pt x="1927878" y="891736"/>
                    <a:pt x="1897398" y="908246"/>
                    <a:pt x="1883428" y="938726"/>
                  </a:cubicBezTo>
                  <a:cubicBezTo>
                    <a:pt x="1863108" y="988256"/>
                    <a:pt x="1854218" y="1098746"/>
                    <a:pt x="1837708" y="1140656"/>
                  </a:cubicBezTo>
                  <a:cubicBezTo>
                    <a:pt x="1828818" y="1160976"/>
                    <a:pt x="1822468" y="1171136"/>
                    <a:pt x="1809768" y="1182566"/>
                  </a:cubicBezTo>
                  <a:cubicBezTo>
                    <a:pt x="1793258" y="1196536"/>
                    <a:pt x="1760238" y="1214316"/>
                    <a:pt x="1738648" y="1214316"/>
                  </a:cubicBezTo>
                  <a:cubicBezTo>
                    <a:pt x="1719598" y="1214316"/>
                    <a:pt x="1698008" y="1200346"/>
                    <a:pt x="1685308" y="1188916"/>
                  </a:cubicBezTo>
                  <a:cubicBezTo>
                    <a:pt x="1675148" y="1180026"/>
                    <a:pt x="1668798" y="1172406"/>
                    <a:pt x="1664988" y="1155896"/>
                  </a:cubicBezTo>
                  <a:cubicBezTo>
                    <a:pt x="1656098" y="1119066"/>
                    <a:pt x="1657368" y="1008576"/>
                    <a:pt x="1672608" y="969206"/>
                  </a:cubicBezTo>
                  <a:cubicBezTo>
                    <a:pt x="1681498" y="946346"/>
                    <a:pt x="1694198" y="932376"/>
                    <a:pt x="1710708" y="923486"/>
                  </a:cubicBezTo>
                  <a:cubicBezTo>
                    <a:pt x="1727218" y="914596"/>
                    <a:pt x="1752618" y="912056"/>
                    <a:pt x="1770398" y="914596"/>
                  </a:cubicBezTo>
                  <a:cubicBezTo>
                    <a:pt x="1784368" y="917136"/>
                    <a:pt x="1795798" y="923486"/>
                    <a:pt x="1805958" y="932376"/>
                  </a:cubicBezTo>
                  <a:cubicBezTo>
                    <a:pt x="1818658" y="943806"/>
                    <a:pt x="1831358" y="967936"/>
                    <a:pt x="1835168" y="984446"/>
                  </a:cubicBezTo>
                  <a:cubicBezTo>
                    <a:pt x="1837708" y="998416"/>
                    <a:pt x="1840248" y="1018736"/>
                    <a:pt x="1831358" y="1025086"/>
                  </a:cubicBezTo>
                  <a:cubicBezTo>
                    <a:pt x="1812308" y="1036516"/>
                    <a:pt x="1681498" y="992066"/>
                    <a:pt x="1675148" y="970476"/>
                  </a:cubicBezTo>
                  <a:cubicBezTo>
                    <a:pt x="1671338" y="956506"/>
                    <a:pt x="1696738" y="933646"/>
                    <a:pt x="1713248" y="924756"/>
                  </a:cubicBezTo>
                  <a:cubicBezTo>
                    <a:pt x="1729758" y="915866"/>
                    <a:pt x="1753888" y="912056"/>
                    <a:pt x="1771668" y="915866"/>
                  </a:cubicBezTo>
                  <a:cubicBezTo>
                    <a:pt x="1790718" y="919676"/>
                    <a:pt x="1811038" y="933646"/>
                    <a:pt x="1822468" y="948886"/>
                  </a:cubicBezTo>
                  <a:cubicBezTo>
                    <a:pt x="1832628" y="964126"/>
                    <a:pt x="1841518" y="979366"/>
                    <a:pt x="1837708" y="1006036"/>
                  </a:cubicBezTo>
                  <a:cubicBezTo>
                    <a:pt x="1828818" y="1073346"/>
                    <a:pt x="1711978" y="1244796"/>
                    <a:pt x="1633238" y="1346396"/>
                  </a:cubicBezTo>
                  <a:cubicBezTo>
                    <a:pt x="1559578" y="1442916"/>
                    <a:pt x="1466868" y="1547056"/>
                    <a:pt x="1385588" y="1604206"/>
                  </a:cubicBezTo>
                  <a:cubicBezTo>
                    <a:pt x="1323358" y="1647386"/>
                    <a:pt x="1230648" y="1703266"/>
                    <a:pt x="1202708" y="1686756"/>
                  </a:cubicBezTo>
                  <a:cubicBezTo>
                    <a:pt x="1181118" y="1672786"/>
                    <a:pt x="1187468" y="1602936"/>
                    <a:pt x="1197628" y="1567376"/>
                  </a:cubicBezTo>
                  <a:cubicBezTo>
                    <a:pt x="1207788" y="1530546"/>
                    <a:pt x="1233188" y="1488636"/>
                    <a:pt x="1261128" y="1468316"/>
                  </a:cubicBezTo>
                  <a:cubicBezTo>
                    <a:pt x="1286528" y="1449266"/>
                    <a:pt x="1327168" y="1439106"/>
                    <a:pt x="1352568" y="1440376"/>
                  </a:cubicBezTo>
                  <a:cubicBezTo>
                    <a:pt x="1372888" y="1440376"/>
                    <a:pt x="1390668" y="1447996"/>
                    <a:pt x="1403368" y="1459426"/>
                  </a:cubicBezTo>
                  <a:cubicBezTo>
                    <a:pt x="1416068" y="1469586"/>
                    <a:pt x="1428768" y="1487366"/>
                    <a:pt x="1431308" y="1505146"/>
                  </a:cubicBezTo>
                  <a:cubicBezTo>
                    <a:pt x="1435118" y="1526736"/>
                    <a:pt x="1427498" y="1564836"/>
                    <a:pt x="1412258" y="1581346"/>
                  </a:cubicBezTo>
                  <a:cubicBezTo>
                    <a:pt x="1395748" y="1599126"/>
                    <a:pt x="1360188" y="1611826"/>
                    <a:pt x="1337328" y="1608016"/>
                  </a:cubicBezTo>
                  <a:cubicBezTo>
                    <a:pt x="1314468" y="1605476"/>
                    <a:pt x="1282718" y="1582616"/>
                    <a:pt x="1272558" y="1561026"/>
                  </a:cubicBezTo>
                  <a:cubicBezTo>
                    <a:pt x="1263668" y="1540706"/>
                    <a:pt x="1266208" y="1501336"/>
                    <a:pt x="1276368" y="1482286"/>
                  </a:cubicBezTo>
                  <a:cubicBezTo>
                    <a:pt x="1283988" y="1465776"/>
                    <a:pt x="1301768" y="1453076"/>
                    <a:pt x="1317008" y="1446726"/>
                  </a:cubicBezTo>
                  <a:cubicBezTo>
                    <a:pt x="1332248" y="1440376"/>
                    <a:pt x="1353838" y="1436566"/>
                    <a:pt x="1370348" y="1442916"/>
                  </a:cubicBezTo>
                  <a:cubicBezTo>
                    <a:pt x="1391938" y="1450536"/>
                    <a:pt x="1421148" y="1474666"/>
                    <a:pt x="1428768" y="1496256"/>
                  </a:cubicBezTo>
                  <a:cubicBezTo>
                    <a:pt x="1437658" y="1517846"/>
                    <a:pt x="1428768" y="1555946"/>
                    <a:pt x="1417338" y="1574996"/>
                  </a:cubicBezTo>
                  <a:cubicBezTo>
                    <a:pt x="1408448" y="1590236"/>
                    <a:pt x="1388128" y="1604206"/>
                    <a:pt x="1372888" y="1605476"/>
                  </a:cubicBezTo>
                  <a:cubicBezTo>
                    <a:pt x="1358918" y="1608016"/>
                    <a:pt x="1347488" y="1590236"/>
                    <a:pt x="1328438" y="1586426"/>
                  </a:cubicBezTo>
                  <a:cubicBezTo>
                    <a:pt x="1299228" y="1581346"/>
                    <a:pt x="1221758" y="1609286"/>
                    <a:pt x="1210328" y="1594046"/>
                  </a:cubicBezTo>
                  <a:cubicBezTo>
                    <a:pt x="1200168" y="1581346"/>
                    <a:pt x="1221758" y="1545786"/>
                    <a:pt x="1236998" y="1519116"/>
                  </a:cubicBezTo>
                  <a:cubicBezTo>
                    <a:pt x="1261128" y="1479746"/>
                    <a:pt x="1329708" y="1428946"/>
                    <a:pt x="1356378" y="1390846"/>
                  </a:cubicBezTo>
                  <a:cubicBezTo>
                    <a:pt x="1374158" y="1365446"/>
                    <a:pt x="1374158" y="1343856"/>
                    <a:pt x="1393208" y="1322266"/>
                  </a:cubicBezTo>
                  <a:cubicBezTo>
                    <a:pt x="1418608" y="1294326"/>
                    <a:pt x="1470678" y="1282896"/>
                    <a:pt x="1503698" y="1246066"/>
                  </a:cubicBezTo>
                  <a:cubicBezTo>
                    <a:pt x="1548148" y="1196536"/>
                    <a:pt x="1579898" y="1088586"/>
                    <a:pt x="1616728" y="1032706"/>
                  </a:cubicBezTo>
                  <a:cubicBezTo>
                    <a:pt x="1644668" y="992066"/>
                    <a:pt x="1673878" y="955236"/>
                    <a:pt x="1696738" y="936186"/>
                  </a:cubicBezTo>
                  <a:cubicBezTo>
                    <a:pt x="1709438" y="926026"/>
                    <a:pt x="1718328" y="919676"/>
                    <a:pt x="1732298" y="917136"/>
                  </a:cubicBezTo>
                  <a:cubicBezTo>
                    <a:pt x="1748808" y="913326"/>
                    <a:pt x="1774208" y="914596"/>
                    <a:pt x="1790718" y="922216"/>
                  </a:cubicBezTo>
                  <a:cubicBezTo>
                    <a:pt x="1808498" y="931106"/>
                    <a:pt x="1825008" y="948886"/>
                    <a:pt x="1831358" y="966666"/>
                  </a:cubicBezTo>
                  <a:cubicBezTo>
                    <a:pt x="1838978" y="983176"/>
                    <a:pt x="1844058" y="1017466"/>
                    <a:pt x="1832628" y="1026356"/>
                  </a:cubicBezTo>
                  <a:cubicBezTo>
                    <a:pt x="1813578" y="1040326"/>
                    <a:pt x="1678958" y="992066"/>
                    <a:pt x="1672608" y="969206"/>
                  </a:cubicBezTo>
                  <a:cubicBezTo>
                    <a:pt x="1668798" y="955236"/>
                    <a:pt x="1694198" y="932376"/>
                    <a:pt x="1710708" y="923486"/>
                  </a:cubicBezTo>
                  <a:cubicBezTo>
                    <a:pt x="1727218" y="914596"/>
                    <a:pt x="1752618" y="912056"/>
                    <a:pt x="1770398" y="914596"/>
                  </a:cubicBezTo>
                  <a:cubicBezTo>
                    <a:pt x="1784368" y="917136"/>
                    <a:pt x="1795798" y="924756"/>
                    <a:pt x="1805958" y="932376"/>
                  </a:cubicBezTo>
                  <a:cubicBezTo>
                    <a:pt x="1816118" y="941266"/>
                    <a:pt x="1825008" y="952696"/>
                    <a:pt x="1830088" y="965396"/>
                  </a:cubicBezTo>
                  <a:cubicBezTo>
                    <a:pt x="1833898" y="976826"/>
                    <a:pt x="1836438" y="990796"/>
                    <a:pt x="1835168" y="1004766"/>
                  </a:cubicBezTo>
                  <a:cubicBezTo>
                    <a:pt x="1833898" y="1022546"/>
                    <a:pt x="1818658" y="1040326"/>
                    <a:pt x="1816118" y="1061916"/>
                  </a:cubicBezTo>
                  <a:cubicBezTo>
                    <a:pt x="1813578" y="1087316"/>
                    <a:pt x="1828818" y="1124146"/>
                    <a:pt x="1826278" y="1145736"/>
                  </a:cubicBezTo>
                  <a:cubicBezTo>
                    <a:pt x="1823738" y="1160976"/>
                    <a:pt x="1818658" y="1172406"/>
                    <a:pt x="1809768" y="1182566"/>
                  </a:cubicBezTo>
                  <a:cubicBezTo>
                    <a:pt x="1798338" y="1195266"/>
                    <a:pt x="1776748" y="1209236"/>
                    <a:pt x="1758968" y="1213046"/>
                  </a:cubicBezTo>
                  <a:cubicBezTo>
                    <a:pt x="1741188" y="1215586"/>
                    <a:pt x="1717058" y="1211776"/>
                    <a:pt x="1700548" y="1201616"/>
                  </a:cubicBezTo>
                  <a:cubicBezTo>
                    <a:pt x="1685308" y="1192726"/>
                    <a:pt x="1671338" y="1171136"/>
                    <a:pt x="1664988" y="1155896"/>
                  </a:cubicBezTo>
                  <a:cubicBezTo>
                    <a:pt x="1659908" y="1141926"/>
                    <a:pt x="1661178" y="1133036"/>
                    <a:pt x="1662448" y="1115256"/>
                  </a:cubicBezTo>
                  <a:cubicBezTo>
                    <a:pt x="1666258" y="1078426"/>
                    <a:pt x="1685308" y="1002226"/>
                    <a:pt x="1708168" y="948886"/>
                  </a:cubicBezTo>
                  <a:cubicBezTo>
                    <a:pt x="1731028" y="894276"/>
                    <a:pt x="1766588" y="815536"/>
                    <a:pt x="1798338" y="790136"/>
                  </a:cubicBezTo>
                  <a:cubicBezTo>
                    <a:pt x="1817388" y="776166"/>
                    <a:pt x="1837708" y="772356"/>
                    <a:pt x="1854218" y="772356"/>
                  </a:cubicBezTo>
                  <a:cubicBezTo>
                    <a:pt x="1868188" y="772356"/>
                    <a:pt x="1880888" y="776166"/>
                    <a:pt x="1892318" y="783786"/>
                  </a:cubicBezTo>
                  <a:cubicBezTo>
                    <a:pt x="1906288" y="792676"/>
                    <a:pt x="1922798" y="814266"/>
                    <a:pt x="1929148" y="829506"/>
                  </a:cubicBezTo>
                  <a:cubicBezTo>
                    <a:pt x="1934228" y="842206"/>
                    <a:pt x="1940578" y="861256"/>
                    <a:pt x="1931688" y="868876"/>
                  </a:cubicBezTo>
                  <a:cubicBezTo>
                    <a:pt x="1915178" y="884116"/>
                    <a:pt x="1778018" y="861256"/>
                    <a:pt x="1767858" y="839666"/>
                  </a:cubicBezTo>
                  <a:cubicBezTo>
                    <a:pt x="1761508" y="826966"/>
                    <a:pt x="1783098" y="801566"/>
                    <a:pt x="1797068" y="790136"/>
                  </a:cubicBezTo>
                  <a:cubicBezTo>
                    <a:pt x="1812308" y="778706"/>
                    <a:pt x="1833898" y="769816"/>
                    <a:pt x="1852948" y="771086"/>
                  </a:cubicBezTo>
                  <a:cubicBezTo>
                    <a:pt x="1875808" y="773626"/>
                    <a:pt x="1907558" y="790136"/>
                    <a:pt x="1920258" y="810456"/>
                  </a:cubicBezTo>
                  <a:cubicBezTo>
                    <a:pt x="1932958" y="832046"/>
                    <a:pt x="1930418" y="859986"/>
                    <a:pt x="1927878" y="899356"/>
                  </a:cubicBezTo>
                  <a:cubicBezTo>
                    <a:pt x="1921528" y="986986"/>
                    <a:pt x="1866918" y="1213046"/>
                    <a:pt x="1827548" y="1313376"/>
                  </a:cubicBezTo>
                  <a:cubicBezTo>
                    <a:pt x="1802148" y="1375606"/>
                    <a:pt x="1769128" y="1430216"/>
                    <a:pt x="1744998" y="1455616"/>
                  </a:cubicBezTo>
                  <a:cubicBezTo>
                    <a:pt x="1733568" y="1468316"/>
                    <a:pt x="1725948" y="1473396"/>
                    <a:pt x="1713248" y="1477206"/>
                  </a:cubicBezTo>
                  <a:cubicBezTo>
                    <a:pt x="1696738" y="1482286"/>
                    <a:pt x="1672608" y="1484826"/>
                    <a:pt x="1654828" y="1477206"/>
                  </a:cubicBezTo>
                  <a:cubicBezTo>
                    <a:pt x="1635778" y="1468316"/>
                    <a:pt x="1616728" y="1450536"/>
                    <a:pt x="1605298" y="1421326"/>
                  </a:cubicBezTo>
                  <a:cubicBezTo>
                    <a:pt x="1581168" y="1359096"/>
                    <a:pt x="1596408" y="1187646"/>
                    <a:pt x="1601488" y="1088586"/>
                  </a:cubicBezTo>
                  <a:cubicBezTo>
                    <a:pt x="1605298" y="1011116"/>
                    <a:pt x="1601488" y="910786"/>
                    <a:pt x="1623078" y="879036"/>
                  </a:cubicBezTo>
                  <a:cubicBezTo>
                    <a:pt x="1631968" y="866336"/>
                    <a:pt x="1644668" y="863796"/>
                    <a:pt x="1658638" y="861256"/>
                  </a:cubicBezTo>
                  <a:cubicBezTo>
                    <a:pt x="1675148" y="857446"/>
                    <a:pt x="1700548" y="859986"/>
                    <a:pt x="1717058" y="867606"/>
                  </a:cubicBezTo>
                  <a:cubicBezTo>
                    <a:pt x="1733568" y="876496"/>
                    <a:pt x="1750078" y="895546"/>
                    <a:pt x="1756428" y="912056"/>
                  </a:cubicBezTo>
                  <a:cubicBezTo>
                    <a:pt x="1762778" y="929836"/>
                    <a:pt x="1764048" y="950156"/>
                    <a:pt x="1756428" y="971746"/>
                  </a:cubicBezTo>
                  <a:cubicBezTo>
                    <a:pt x="1744998" y="1003496"/>
                    <a:pt x="1687848" y="1045406"/>
                    <a:pt x="1670068" y="1075886"/>
                  </a:cubicBezTo>
                  <a:cubicBezTo>
                    <a:pt x="1658638" y="1096206"/>
                    <a:pt x="1661178" y="1117796"/>
                    <a:pt x="1651018" y="1130496"/>
                  </a:cubicBezTo>
                  <a:cubicBezTo>
                    <a:pt x="1642128" y="1141926"/>
                    <a:pt x="1631968" y="1149546"/>
                    <a:pt x="1617998" y="1153356"/>
                  </a:cubicBezTo>
                  <a:cubicBezTo>
                    <a:pt x="1602758" y="1158436"/>
                    <a:pt x="1577358" y="1160976"/>
                    <a:pt x="1559578" y="1154626"/>
                  </a:cubicBezTo>
                  <a:cubicBezTo>
                    <a:pt x="1543068" y="1148276"/>
                    <a:pt x="1525288" y="1135576"/>
                    <a:pt x="1516398" y="1115256"/>
                  </a:cubicBezTo>
                  <a:cubicBezTo>
                    <a:pt x="1501158" y="1083506"/>
                    <a:pt x="1499888" y="992066"/>
                    <a:pt x="1513858" y="959046"/>
                  </a:cubicBezTo>
                  <a:cubicBezTo>
                    <a:pt x="1521478" y="938726"/>
                    <a:pt x="1536718" y="924756"/>
                    <a:pt x="1554498" y="918406"/>
                  </a:cubicBezTo>
                  <a:cubicBezTo>
                    <a:pt x="1574818" y="912056"/>
                    <a:pt x="1611648" y="914596"/>
                    <a:pt x="1630698" y="924756"/>
                  </a:cubicBezTo>
                  <a:cubicBezTo>
                    <a:pt x="1645938" y="933646"/>
                    <a:pt x="1658638" y="952696"/>
                    <a:pt x="1664988" y="970476"/>
                  </a:cubicBezTo>
                  <a:cubicBezTo>
                    <a:pt x="1671338" y="989526"/>
                    <a:pt x="1670068" y="1008576"/>
                    <a:pt x="1663718" y="1035246"/>
                  </a:cubicBezTo>
                  <a:cubicBezTo>
                    <a:pt x="1653558" y="1080966"/>
                    <a:pt x="1616728" y="1173676"/>
                    <a:pt x="1579898" y="1216856"/>
                  </a:cubicBezTo>
                  <a:cubicBezTo>
                    <a:pt x="1549418" y="1251146"/>
                    <a:pt x="1513858" y="1285436"/>
                    <a:pt x="1474488" y="1286706"/>
                  </a:cubicBezTo>
                  <a:cubicBezTo>
                    <a:pt x="1427498" y="1287976"/>
                    <a:pt x="1365268" y="1220666"/>
                    <a:pt x="1315738" y="1199076"/>
                  </a:cubicBezTo>
                  <a:cubicBezTo>
                    <a:pt x="1273828" y="1180026"/>
                    <a:pt x="1221758" y="1174946"/>
                    <a:pt x="1196358" y="1157166"/>
                  </a:cubicBezTo>
                  <a:cubicBezTo>
                    <a:pt x="1179848" y="1145736"/>
                    <a:pt x="1167148" y="1134306"/>
                    <a:pt x="1163338" y="1117796"/>
                  </a:cubicBezTo>
                  <a:cubicBezTo>
                    <a:pt x="1158258" y="1100016"/>
                    <a:pt x="1162068" y="1068266"/>
                    <a:pt x="1173498" y="1051756"/>
                  </a:cubicBezTo>
                  <a:cubicBezTo>
                    <a:pt x="1184928" y="1036516"/>
                    <a:pt x="1200168" y="1028896"/>
                    <a:pt x="1233188" y="1022546"/>
                  </a:cubicBezTo>
                  <a:cubicBezTo>
                    <a:pt x="1344948" y="1000956"/>
                    <a:pt x="1915178" y="1031436"/>
                    <a:pt x="2009158" y="1070806"/>
                  </a:cubicBezTo>
                  <a:cubicBezTo>
                    <a:pt x="2033288" y="1080966"/>
                    <a:pt x="2040908" y="1093666"/>
                    <a:pt x="2048528" y="1106366"/>
                  </a:cubicBezTo>
                  <a:cubicBezTo>
                    <a:pt x="2054878" y="1117796"/>
                    <a:pt x="2057418" y="1129226"/>
                    <a:pt x="2056148" y="1141926"/>
                  </a:cubicBezTo>
                  <a:cubicBezTo>
                    <a:pt x="2056148" y="1157166"/>
                    <a:pt x="2048528" y="1178756"/>
                    <a:pt x="2037098" y="1191456"/>
                  </a:cubicBezTo>
                  <a:cubicBezTo>
                    <a:pt x="2025668" y="1204156"/>
                    <a:pt x="2007888" y="1213046"/>
                    <a:pt x="1990108" y="1215586"/>
                  </a:cubicBezTo>
                  <a:cubicBezTo>
                    <a:pt x="1969788" y="1218126"/>
                    <a:pt x="1938038" y="1213046"/>
                    <a:pt x="1918988" y="1201616"/>
                  </a:cubicBezTo>
                  <a:cubicBezTo>
                    <a:pt x="1901208" y="1190186"/>
                    <a:pt x="1882158" y="1164786"/>
                    <a:pt x="1879618" y="1144466"/>
                  </a:cubicBezTo>
                  <a:cubicBezTo>
                    <a:pt x="1877078" y="1124146"/>
                    <a:pt x="1888508" y="1093666"/>
                    <a:pt x="1903748" y="1079696"/>
                  </a:cubicBezTo>
                  <a:cubicBezTo>
                    <a:pt x="1918988" y="1065726"/>
                    <a:pt x="1955818" y="1061916"/>
                    <a:pt x="1971058" y="1063186"/>
                  </a:cubicBezTo>
                  <a:cubicBezTo>
                    <a:pt x="1978678" y="1063186"/>
                    <a:pt x="1988838" y="1068266"/>
                    <a:pt x="1987568" y="1069536"/>
                  </a:cubicBezTo>
                  <a:cubicBezTo>
                    <a:pt x="1987568" y="1072076"/>
                    <a:pt x="1935498" y="1064456"/>
                    <a:pt x="1934228" y="1070806"/>
                  </a:cubicBezTo>
                  <a:cubicBezTo>
                    <a:pt x="1931688" y="1079696"/>
                    <a:pt x="2053608" y="1107636"/>
                    <a:pt x="2070118" y="1143196"/>
                  </a:cubicBezTo>
                  <a:cubicBezTo>
                    <a:pt x="2085358" y="1176216"/>
                    <a:pt x="2070118" y="1225746"/>
                    <a:pt x="2044718" y="1268926"/>
                  </a:cubicBezTo>
                  <a:cubicBezTo>
                    <a:pt x="2000268" y="1340046"/>
                    <a:pt x="1866918" y="1414976"/>
                    <a:pt x="1762778" y="1491176"/>
                  </a:cubicBezTo>
                  <a:cubicBezTo>
                    <a:pt x="1639588" y="1581346"/>
                    <a:pt x="1437658" y="1724856"/>
                    <a:pt x="1351298" y="1768036"/>
                  </a:cubicBezTo>
                  <a:cubicBezTo>
                    <a:pt x="1314468" y="1785816"/>
                    <a:pt x="1289068" y="1797246"/>
                    <a:pt x="1268748" y="1795976"/>
                  </a:cubicBezTo>
                  <a:cubicBezTo>
                    <a:pt x="1254778" y="1794706"/>
                    <a:pt x="1244618" y="1788356"/>
                    <a:pt x="1235728" y="1779466"/>
                  </a:cubicBezTo>
                  <a:cubicBezTo>
                    <a:pt x="1224298" y="1768036"/>
                    <a:pt x="1210328" y="1748986"/>
                    <a:pt x="1209058" y="1731206"/>
                  </a:cubicBezTo>
                  <a:cubicBezTo>
                    <a:pt x="1207788" y="1710886"/>
                    <a:pt x="1219218" y="1679136"/>
                    <a:pt x="1233188" y="1663896"/>
                  </a:cubicBezTo>
                  <a:cubicBezTo>
                    <a:pt x="1244618" y="1651196"/>
                    <a:pt x="1262398" y="1646116"/>
                    <a:pt x="1282718" y="1643576"/>
                  </a:cubicBezTo>
                  <a:cubicBezTo>
                    <a:pt x="1313198" y="1641036"/>
                    <a:pt x="1350028" y="1660086"/>
                    <a:pt x="1395748" y="1666436"/>
                  </a:cubicBezTo>
                  <a:cubicBezTo>
                    <a:pt x="1468138" y="1675326"/>
                    <a:pt x="1583708" y="1681676"/>
                    <a:pt x="1677688" y="1684216"/>
                  </a:cubicBezTo>
                  <a:cubicBezTo>
                    <a:pt x="1767858" y="1688026"/>
                    <a:pt x="1894858" y="1668976"/>
                    <a:pt x="1945658" y="1685486"/>
                  </a:cubicBezTo>
                  <a:cubicBezTo>
                    <a:pt x="1969788" y="1693106"/>
                    <a:pt x="1982488" y="1703266"/>
                    <a:pt x="1992648" y="1718506"/>
                  </a:cubicBezTo>
                  <a:cubicBezTo>
                    <a:pt x="2002808" y="1732476"/>
                    <a:pt x="2009158" y="1755336"/>
                    <a:pt x="2006618" y="1773116"/>
                  </a:cubicBezTo>
                  <a:cubicBezTo>
                    <a:pt x="2004078" y="1790896"/>
                    <a:pt x="1993918" y="1812486"/>
                    <a:pt x="1979948" y="1823916"/>
                  </a:cubicBezTo>
                  <a:cubicBezTo>
                    <a:pt x="1967248" y="1835346"/>
                    <a:pt x="1952008" y="1839156"/>
                    <a:pt x="1926608" y="1844236"/>
                  </a:cubicBezTo>
                  <a:cubicBezTo>
                    <a:pt x="1868188" y="1854396"/>
                    <a:pt x="1681498" y="1851856"/>
                    <a:pt x="1625618" y="1834076"/>
                  </a:cubicBezTo>
                  <a:cubicBezTo>
                    <a:pt x="1602758" y="1827726"/>
                    <a:pt x="1588788" y="1820106"/>
                    <a:pt x="1579898" y="1804866"/>
                  </a:cubicBezTo>
                  <a:cubicBezTo>
                    <a:pt x="1568468" y="1788356"/>
                    <a:pt x="1563388" y="1754066"/>
                    <a:pt x="1568468" y="1735016"/>
                  </a:cubicBezTo>
                  <a:cubicBezTo>
                    <a:pt x="1572278" y="1717236"/>
                    <a:pt x="1586248" y="1703266"/>
                    <a:pt x="1602758" y="1693106"/>
                  </a:cubicBezTo>
                  <a:cubicBezTo>
                    <a:pt x="1624348" y="1677866"/>
                    <a:pt x="1654828" y="1670246"/>
                    <a:pt x="1694198" y="1663896"/>
                  </a:cubicBezTo>
                  <a:cubicBezTo>
                    <a:pt x="1765318" y="1653736"/>
                    <a:pt x="1918988" y="1657546"/>
                    <a:pt x="1991378" y="1663896"/>
                  </a:cubicBezTo>
                  <a:cubicBezTo>
                    <a:pt x="2033288" y="1667706"/>
                    <a:pt x="2063768" y="1662626"/>
                    <a:pt x="2091708" y="1680406"/>
                  </a:cubicBezTo>
                  <a:cubicBezTo>
                    <a:pt x="2120918" y="1700726"/>
                    <a:pt x="2155208" y="1750256"/>
                    <a:pt x="2159018" y="1785816"/>
                  </a:cubicBezTo>
                  <a:cubicBezTo>
                    <a:pt x="2161558" y="1816296"/>
                    <a:pt x="2145048" y="1854396"/>
                    <a:pt x="2123458" y="1878526"/>
                  </a:cubicBezTo>
                  <a:cubicBezTo>
                    <a:pt x="2098058" y="1907736"/>
                    <a:pt x="2061228" y="1921706"/>
                    <a:pt x="2009158" y="1940756"/>
                  </a:cubicBezTo>
                  <a:cubicBezTo>
                    <a:pt x="1916448" y="1973776"/>
                    <a:pt x="1727218" y="2011876"/>
                    <a:pt x="1601488" y="2024576"/>
                  </a:cubicBezTo>
                  <a:cubicBezTo>
                    <a:pt x="1497348" y="2036006"/>
                    <a:pt x="1384318" y="2029656"/>
                    <a:pt x="1310658" y="2024576"/>
                  </a:cubicBezTo>
                  <a:cubicBezTo>
                    <a:pt x="1264938" y="2020766"/>
                    <a:pt x="1228108" y="2018226"/>
                    <a:pt x="1202708" y="2006796"/>
                  </a:cubicBezTo>
                  <a:cubicBezTo>
                    <a:pt x="1184928" y="1999176"/>
                    <a:pt x="1172228" y="1990286"/>
                    <a:pt x="1164608" y="1977586"/>
                  </a:cubicBezTo>
                  <a:cubicBezTo>
                    <a:pt x="1156988" y="1964886"/>
                    <a:pt x="1154448" y="1943296"/>
                    <a:pt x="1155718" y="1929326"/>
                  </a:cubicBezTo>
                  <a:cubicBezTo>
                    <a:pt x="1156988" y="1917896"/>
                    <a:pt x="1159528" y="1909006"/>
                    <a:pt x="1168418" y="1900116"/>
                  </a:cubicBezTo>
                  <a:cubicBezTo>
                    <a:pt x="1187468" y="1881066"/>
                    <a:pt x="1236998" y="1864556"/>
                    <a:pt x="1282718" y="1850586"/>
                  </a:cubicBezTo>
                  <a:cubicBezTo>
                    <a:pt x="1343678" y="1830266"/>
                    <a:pt x="1416068" y="1818836"/>
                    <a:pt x="1503698" y="1803596"/>
                  </a:cubicBezTo>
                  <a:cubicBezTo>
                    <a:pt x="1628158" y="1783276"/>
                    <a:pt x="1831358" y="1766766"/>
                    <a:pt x="1958358" y="1746446"/>
                  </a:cubicBezTo>
                  <a:cubicBezTo>
                    <a:pt x="2052338" y="1731206"/>
                    <a:pt x="2124728" y="1708346"/>
                    <a:pt x="2199658" y="1698186"/>
                  </a:cubicBezTo>
                  <a:cubicBezTo>
                    <a:pt x="2264428" y="1688026"/>
                    <a:pt x="2326658" y="1679136"/>
                    <a:pt x="2379998" y="1680406"/>
                  </a:cubicBezTo>
                  <a:cubicBezTo>
                    <a:pt x="2424448" y="1680406"/>
                    <a:pt x="2476518" y="1681676"/>
                    <a:pt x="2500648" y="1693106"/>
                  </a:cubicBezTo>
                  <a:cubicBezTo>
                    <a:pt x="2514618" y="1700726"/>
                    <a:pt x="2522238" y="1709616"/>
                    <a:pt x="2527318" y="1722316"/>
                  </a:cubicBezTo>
                  <a:cubicBezTo>
                    <a:pt x="2534938" y="1737556"/>
                    <a:pt x="2538748" y="1764226"/>
                    <a:pt x="2536208" y="1780736"/>
                  </a:cubicBezTo>
                  <a:cubicBezTo>
                    <a:pt x="2533668" y="1794706"/>
                    <a:pt x="2528588" y="1806136"/>
                    <a:pt x="2518428" y="1816296"/>
                  </a:cubicBezTo>
                  <a:cubicBezTo>
                    <a:pt x="2506998" y="1828996"/>
                    <a:pt x="2489218" y="1841696"/>
                    <a:pt x="2466358" y="1845506"/>
                  </a:cubicBezTo>
                  <a:cubicBezTo>
                    <a:pt x="2428258" y="1850586"/>
                    <a:pt x="2335548" y="1831536"/>
                    <a:pt x="2302528" y="1812486"/>
                  </a:cubicBezTo>
                  <a:cubicBezTo>
                    <a:pt x="2282208" y="1799786"/>
                    <a:pt x="2270778" y="1784546"/>
                    <a:pt x="2264428" y="1768036"/>
                  </a:cubicBezTo>
                  <a:cubicBezTo>
                    <a:pt x="2258078" y="1751526"/>
                    <a:pt x="2256808" y="1727396"/>
                    <a:pt x="2265698" y="1709616"/>
                  </a:cubicBezTo>
                  <a:cubicBezTo>
                    <a:pt x="2274588" y="1690566"/>
                    <a:pt x="2294908" y="1670246"/>
                    <a:pt x="2322848" y="1660086"/>
                  </a:cubicBezTo>
                  <a:cubicBezTo>
                    <a:pt x="2371108" y="1642306"/>
                    <a:pt x="2485408" y="1657546"/>
                    <a:pt x="2550178" y="1665166"/>
                  </a:cubicBezTo>
                  <a:cubicBezTo>
                    <a:pt x="2599708" y="1671516"/>
                    <a:pt x="2640348" y="1677866"/>
                    <a:pt x="2679718" y="1695646"/>
                  </a:cubicBezTo>
                  <a:cubicBezTo>
                    <a:pt x="2716548" y="1712156"/>
                    <a:pt x="2750838" y="1755336"/>
                    <a:pt x="2781318" y="1768036"/>
                  </a:cubicBezTo>
                  <a:cubicBezTo>
                    <a:pt x="2801638" y="1775656"/>
                    <a:pt x="2823228" y="1766766"/>
                    <a:pt x="2838468" y="1776926"/>
                  </a:cubicBezTo>
                  <a:cubicBezTo>
                    <a:pt x="2856248" y="1789626"/>
                    <a:pt x="2875298" y="1820106"/>
                    <a:pt x="2879108" y="1841696"/>
                  </a:cubicBezTo>
                  <a:cubicBezTo>
                    <a:pt x="2881648" y="1860746"/>
                    <a:pt x="2876568" y="1878526"/>
                    <a:pt x="2862598" y="1897576"/>
                  </a:cubicBezTo>
                  <a:cubicBezTo>
                    <a:pt x="2833388" y="1931866"/>
                    <a:pt x="2749568" y="1972506"/>
                    <a:pt x="2677178" y="2000446"/>
                  </a:cubicBezTo>
                  <a:cubicBezTo>
                    <a:pt x="2590818" y="2034736"/>
                    <a:pt x="2448578" y="2065216"/>
                    <a:pt x="2372378" y="2074106"/>
                  </a:cubicBezTo>
                  <a:cubicBezTo>
                    <a:pt x="2327928" y="2077916"/>
                    <a:pt x="2282208" y="2080456"/>
                    <a:pt x="2263158" y="2071566"/>
                  </a:cubicBezTo>
                  <a:cubicBezTo>
                    <a:pt x="2255538" y="2067756"/>
                    <a:pt x="2254268" y="2062676"/>
                    <a:pt x="2250458" y="2055056"/>
                  </a:cubicBezTo>
                  <a:cubicBezTo>
                    <a:pt x="2244108" y="2042356"/>
                    <a:pt x="2235218" y="2014416"/>
                    <a:pt x="2237758" y="1996636"/>
                  </a:cubicBezTo>
                  <a:cubicBezTo>
                    <a:pt x="2240298" y="1977586"/>
                    <a:pt x="2255538" y="1954726"/>
                    <a:pt x="2268238" y="1943296"/>
                  </a:cubicBezTo>
                  <a:cubicBezTo>
                    <a:pt x="2278398" y="1933136"/>
                    <a:pt x="2291098" y="1928056"/>
                    <a:pt x="2305068" y="1925516"/>
                  </a:cubicBezTo>
                  <a:cubicBezTo>
                    <a:pt x="2321578" y="1922976"/>
                    <a:pt x="2348248" y="1929326"/>
                    <a:pt x="2364758" y="1934406"/>
                  </a:cubicBezTo>
                  <a:cubicBezTo>
                    <a:pt x="2379998" y="1939486"/>
                    <a:pt x="2390158" y="1943296"/>
                    <a:pt x="2402858" y="1954726"/>
                  </a:cubicBezTo>
                  <a:cubicBezTo>
                    <a:pt x="2420638" y="1971236"/>
                    <a:pt x="2440958" y="2002986"/>
                    <a:pt x="2457468" y="2033466"/>
                  </a:cubicBezTo>
                  <a:cubicBezTo>
                    <a:pt x="2475248" y="2069026"/>
                    <a:pt x="2510808" y="2119826"/>
                    <a:pt x="2504458" y="2155386"/>
                  </a:cubicBezTo>
                  <a:cubicBezTo>
                    <a:pt x="2499378" y="2188406"/>
                    <a:pt x="2466358" y="2225236"/>
                    <a:pt x="2433338" y="2241746"/>
                  </a:cubicBezTo>
                  <a:cubicBezTo>
                    <a:pt x="2390158" y="2263336"/>
                    <a:pt x="2305068" y="2255716"/>
                    <a:pt x="2259348" y="2251906"/>
                  </a:cubicBezTo>
                  <a:cubicBezTo>
                    <a:pt x="2228868" y="2250636"/>
                    <a:pt x="2203468" y="2253176"/>
                    <a:pt x="2184418" y="2236666"/>
                  </a:cubicBezTo>
                  <a:cubicBezTo>
                    <a:pt x="2159018" y="2216346"/>
                    <a:pt x="2129808" y="2152846"/>
                    <a:pt x="2137428" y="2119826"/>
                  </a:cubicBezTo>
                  <a:cubicBezTo>
                    <a:pt x="2145048" y="2088076"/>
                    <a:pt x="2181878" y="2060136"/>
                    <a:pt x="2223788" y="2041086"/>
                  </a:cubicBezTo>
                  <a:cubicBezTo>
                    <a:pt x="2288558" y="2010606"/>
                    <a:pt x="2463818" y="2002986"/>
                    <a:pt x="2514618" y="2006796"/>
                  </a:cubicBezTo>
                  <a:cubicBezTo>
                    <a:pt x="2533668" y="2009336"/>
                    <a:pt x="2540018" y="2010606"/>
                    <a:pt x="2551448" y="2018226"/>
                  </a:cubicBezTo>
                  <a:cubicBezTo>
                    <a:pt x="2565418" y="2027116"/>
                    <a:pt x="2581928" y="2047436"/>
                    <a:pt x="2588278" y="2062676"/>
                  </a:cubicBezTo>
                  <a:cubicBezTo>
                    <a:pt x="2593358" y="2075376"/>
                    <a:pt x="2593358" y="2088076"/>
                    <a:pt x="2590818" y="2100776"/>
                  </a:cubicBezTo>
                  <a:cubicBezTo>
                    <a:pt x="2587008" y="2117286"/>
                    <a:pt x="2575578" y="2138876"/>
                    <a:pt x="2561608" y="2150306"/>
                  </a:cubicBezTo>
                  <a:cubicBezTo>
                    <a:pt x="2548908" y="2161736"/>
                    <a:pt x="2534938" y="2166816"/>
                    <a:pt x="2508268" y="2168086"/>
                  </a:cubicBezTo>
                  <a:cubicBezTo>
                    <a:pt x="2429528" y="2173166"/>
                    <a:pt x="2124728" y="2119826"/>
                    <a:pt x="2039638" y="2079186"/>
                  </a:cubicBezTo>
                  <a:cubicBezTo>
                    <a:pt x="2002808" y="2061406"/>
                    <a:pt x="1971058" y="2044896"/>
                    <a:pt x="1969788" y="2020766"/>
                  </a:cubicBezTo>
                  <a:cubicBezTo>
                    <a:pt x="1967248" y="1986476"/>
                    <a:pt x="2037098" y="1920436"/>
                    <a:pt x="2086628" y="1889956"/>
                  </a:cubicBezTo>
                  <a:cubicBezTo>
                    <a:pt x="2142508" y="1858206"/>
                    <a:pt x="2223788" y="1855666"/>
                    <a:pt x="2294908" y="1842966"/>
                  </a:cubicBezTo>
                  <a:cubicBezTo>
                    <a:pt x="2366028" y="1831536"/>
                    <a:pt x="2471438" y="1815026"/>
                    <a:pt x="2513348" y="1818836"/>
                  </a:cubicBezTo>
                  <a:cubicBezTo>
                    <a:pt x="2529858" y="1820106"/>
                    <a:pt x="2538748" y="1821376"/>
                    <a:pt x="2548908" y="1827726"/>
                  </a:cubicBezTo>
                  <a:cubicBezTo>
                    <a:pt x="2562878" y="1836616"/>
                    <a:pt x="2579388" y="1855666"/>
                    <a:pt x="2585738" y="1870906"/>
                  </a:cubicBezTo>
                  <a:cubicBezTo>
                    <a:pt x="2590818" y="1882336"/>
                    <a:pt x="2592088" y="1895036"/>
                    <a:pt x="2588278" y="1907736"/>
                  </a:cubicBezTo>
                  <a:cubicBezTo>
                    <a:pt x="2585738" y="1922976"/>
                    <a:pt x="2575578" y="1945836"/>
                    <a:pt x="2561608" y="1955996"/>
                  </a:cubicBezTo>
                  <a:cubicBezTo>
                    <a:pt x="2548908" y="1967426"/>
                    <a:pt x="2536208" y="1972506"/>
                    <a:pt x="2509538" y="1975046"/>
                  </a:cubicBezTo>
                  <a:cubicBezTo>
                    <a:pt x="2428258" y="1981396"/>
                    <a:pt x="2105678" y="1916626"/>
                    <a:pt x="2004078" y="1884876"/>
                  </a:cubicBezTo>
                  <a:cubicBezTo>
                    <a:pt x="1957088" y="1870906"/>
                    <a:pt x="1917718" y="1868366"/>
                    <a:pt x="1905018" y="1842966"/>
                  </a:cubicBezTo>
                  <a:cubicBezTo>
                    <a:pt x="1891048" y="1813756"/>
                    <a:pt x="1905018" y="1751526"/>
                    <a:pt x="1938038" y="1714696"/>
                  </a:cubicBezTo>
                  <a:cubicBezTo>
                    <a:pt x="1991378" y="1655006"/>
                    <a:pt x="2181878" y="1616906"/>
                    <a:pt x="2272048" y="1587696"/>
                  </a:cubicBezTo>
                  <a:cubicBezTo>
                    <a:pt x="2331738" y="1568646"/>
                    <a:pt x="2388888" y="1543246"/>
                    <a:pt x="2423178" y="1547056"/>
                  </a:cubicBezTo>
                  <a:cubicBezTo>
                    <a:pt x="2442228" y="1549596"/>
                    <a:pt x="2454928" y="1559756"/>
                    <a:pt x="2465088" y="1571186"/>
                  </a:cubicBezTo>
                  <a:cubicBezTo>
                    <a:pt x="2473978" y="1582616"/>
                    <a:pt x="2482868" y="1599126"/>
                    <a:pt x="2480328" y="1615636"/>
                  </a:cubicBezTo>
                  <a:cubicBezTo>
                    <a:pt x="2479058" y="1638496"/>
                    <a:pt x="2462548" y="1668976"/>
                    <a:pt x="2434608" y="1693106"/>
                  </a:cubicBezTo>
                  <a:cubicBezTo>
                    <a:pt x="2381268" y="1741366"/>
                    <a:pt x="2237758" y="1792166"/>
                    <a:pt x="2134888" y="1827726"/>
                  </a:cubicBezTo>
                  <a:cubicBezTo>
                    <a:pt x="2033288" y="1862016"/>
                    <a:pt x="1913908" y="1889956"/>
                    <a:pt x="1823738" y="1905196"/>
                  </a:cubicBezTo>
                  <a:cubicBezTo>
                    <a:pt x="1757698" y="1916626"/>
                    <a:pt x="1722138" y="1916626"/>
                    <a:pt x="1647208" y="1920436"/>
                  </a:cubicBezTo>
                  <a:cubicBezTo>
                    <a:pt x="1513858" y="1924246"/>
                    <a:pt x="1242078" y="1921706"/>
                    <a:pt x="1093488" y="1914086"/>
                  </a:cubicBezTo>
                  <a:cubicBezTo>
                    <a:pt x="993158" y="1909006"/>
                    <a:pt x="923308" y="1903926"/>
                    <a:pt x="839488" y="1891226"/>
                  </a:cubicBezTo>
                  <a:cubicBezTo>
                    <a:pt x="755668" y="1878526"/>
                    <a:pt x="590568" y="1851856"/>
                    <a:pt x="590568" y="1836616"/>
                  </a:cubicBezTo>
                  <a:cubicBezTo>
                    <a:pt x="589298" y="1827726"/>
                    <a:pt x="682008" y="1807406"/>
                    <a:pt x="684548" y="1813756"/>
                  </a:cubicBezTo>
                  <a:cubicBezTo>
                    <a:pt x="687088" y="1817566"/>
                    <a:pt x="659148" y="1839156"/>
                    <a:pt x="646448" y="1844236"/>
                  </a:cubicBezTo>
                  <a:cubicBezTo>
                    <a:pt x="635018" y="1849316"/>
                    <a:pt x="624858" y="1850586"/>
                    <a:pt x="613428" y="1848046"/>
                  </a:cubicBezTo>
                  <a:cubicBezTo>
                    <a:pt x="596918" y="1842966"/>
                    <a:pt x="568978" y="1826456"/>
                    <a:pt x="561358" y="1808676"/>
                  </a:cubicBezTo>
                  <a:cubicBezTo>
                    <a:pt x="552468" y="1790896"/>
                    <a:pt x="551198" y="1769306"/>
                    <a:pt x="562628" y="1743906"/>
                  </a:cubicBezTo>
                  <a:cubicBezTo>
                    <a:pt x="594378" y="1676596"/>
                    <a:pt x="795038" y="1548326"/>
                    <a:pt x="882668" y="1455616"/>
                  </a:cubicBezTo>
                  <a:cubicBezTo>
                    <a:pt x="952518" y="1380686"/>
                    <a:pt x="1005858" y="1315916"/>
                    <a:pt x="1056658" y="1238446"/>
                  </a:cubicBezTo>
                  <a:cubicBezTo>
                    <a:pt x="1106188" y="1162246"/>
                    <a:pt x="1144288" y="1083506"/>
                    <a:pt x="1182388" y="994606"/>
                  </a:cubicBezTo>
                  <a:cubicBezTo>
                    <a:pt x="1224298" y="896816"/>
                    <a:pt x="1252238" y="685996"/>
                    <a:pt x="1295418" y="674566"/>
                  </a:cubicBezTo>
                  <a:cubicBezTo>
                    <a:pt x="1318278" y="668216"/>
                    <a:pt x="1366538" y="712666"/>
                    <a:pt x="1370348" y="738066"/>
                  </a:cubicBezTo>
                  <a:cubicBezTo>
                    <a:pt x="1374158" y="768546"/>
                    <a:pt x="1313198" y="801566"/>
                    <a:pt x="1295418" y="844746"/>
                  </a:cubicBezTo>
                  <a:cubicBezTo>
                    <a:pt x="1275098" y="895546"/>
                    <a:pt x="1290338" y="998416"/>
                    <a:pt x="1267478" y="1031436"/>
                  </a:cubicBezTo>
                  <a:cubicBezTo>
                    <a:pt x="1256048" y="1047946"/>
                    <a:pt x="1236998" y="1055566"/>
                    <a:pt x="1220488" y="1056836"/>
                  </a:cubicBezTo>
                  <a:cubicBezTo>
                    <a:pt x="1200168" y="1059376"/>
                    <a:pt x="1167148" y="1046676"/>
                    <a:pt x="1153178" y="1032706"/>
                  </a:cubicBezTo>
                  <a:cubicBezTo>
                    <a:pt x="1140478" y="1021276"/>
                    <a:pt x="1134128" y="1000956"/>
                    <a:pt x="1132858" y="983176"/>
                  </a:cubicBezTo>
                  <a:cubicBezTo>
                    <a:pt x="1131588" y="964126"/>
                    <a:pt x="1135398" y="947616"/>
                    <a:pt x="1146828" y="924756"/>
                  </a:cubicBezTo>
                  <a:cubicBezTo>
                    <a:pt x="1167148" y="881576"/>
                    <a:pt x="1247158" y="805376"/>
                    <a:pt x="1275098" y="754576"/>
                  </a:cubicBezTo>
                  <a:cubicBezTo>
                    <a:pt x="1292878" y="721556"/>
                    <a:pt x="1294148" y="689806"/>
                    <a:pt x="1309388" y="663136"/>
                  </a:cubicBezTo>
                  <a:cubicBezTo>
                    <a:pt x="1322088" y="639006"/>
                    <a:pt x="1338598" y="630116"/>
                    <a:pt x="1357648" y="602176"/>
                  </a:cubicBezTo>
                  <a:cubicBezTo>
                    <a:pt x="1393208" y="547566"/>
                    <a:pt x="1438928" y="435806"/>
                    <a:pt x="1492268" y="355796"/>
                  </a:cubicBezTo>
                  <a:cubicBezTo>
                    <a:pt x="1548148" y="273246"/>
                    <a:pt x="1639588" y="152596"/>
                    <a:pt x="1687848" y="115766"/>
                  </a:cubicBezTo>
                  <a:cubicBezTo>
                    <a:pt x="1709438" y="99256"/>
                    <a:pt x="1727218" y="91636"/>
                    <a:pt x="1743728" y="91636"/>
                  </a:cubicBezTo>
                  <a:cubicBezTo>
                    <a:pt x="1755158" y="90366"/>
                    <a:pt x="1764048" y="94176"/>
                    <a:pt x="1772938" y="100526"/>
                  </a:cubicBezTo>
                  <a:cubicBezTo>
                    <a:pt x="1784368" y="108146"/>
                    <a:pt x="1795798" y="120846"/>
                    <a:pt x="1800878" y="137356"/>
                  </a:cubicBezTo>
                  <a:cubicBezTo>
                    <a:pt x="1809768" y="164026"/>
                    <a:pt x="1804688" y="207206"/>
                    <a:pt x="1795798" y="252926"/>
                  </a:cubicBezTo>
                  <a:cubicBezTo>
                    <a:pt x="1781828" y="326586"/>
                    <a:pt x="1729758" y="442156"/>
                    <a:pt x="1704358" y="529786"/>
                  </a:cubicBezTo>
                  <a:cubicBezTo>
                    <a:pt x="1682768" y="608526"/>
                    <a:pt x="1681498" y="656786"/>
                    <a:pt x="1652288" y="757116"/>
                  </a:cubicBezTo>
                  <a:cubicBezTo>
                    <a:pt x="1591328" y="964126"/>
                    <a:pt x="1367808" y="1500066"/>
                    <a:pt x="1318278" y="1690566"/>
                  </a:cubicBezTo>
                  <a:cubicBezTo>
                    <a:pt x="1296688" y="1773116"/>
                    <a:pt x="1309388" y="1841696"/>
                    <a:pt x="1287798" y="1870906"/>
                  </a:cubicBezTo>
                  <a:cubicBezTo>
                    <a:pt x="1277638" y="1884876"/>
                    <a:pt x="1262398" y="1889956"/>
                    <a:pt x="1248428" y="1891226"/>
                  </a:cubicBezTo>
                  <a:cubicBezTo>
                    <a:pt x="1234458" y="1892496"/>
                    <a:pt x="1215408" y="1887416"/>
                    <a:pt x="1205248" y="1879796"/>
                  </a:cubicBezTo>
                  <a:cubicBezTo>
                    <a:pt x="1195088" y="1874716"/>
                    <a:pt x="1188738" y="1867096"/>
                    <a:pt x="1184928" y="1856936"/>
                  </a:cubicBezTo>
                  <a:cubicBezTo>
                    <a:pt x="1179848" y="1845506"/>
                    <a:pt x="1176038" y="1836616"/>
                    <a:pt x="1179848" y="1812486"/>
                  </a:cubicBezTo>
                  <a:cubicBezTo>
                    <a:pt x="1197628" y="1689296"/>
                    <a:pt x="1530368" y="983176"/>
                    <a:pt x="1640858" y="715206"/>
                  </a:cubicBezTo>
                  <a:cubicBezTo>
                    <a:pt x="1704358" y="560266"/>
                    <a:pt x="1755158" y="445966"/>
                    <a:pt x="1789448" y="349446"/>
                  </a:cubicBezTo>
                  <a:cubicBezTo>
                    <a:pt x="1811038" y="287216"/>
                    <a:pt x="1817388" y="223716"/>
                    <a:pt x="1837708" y="193236"/>
                  </a:cubicBezTo>
                  <a:cubicBezTo>
                    <a:pt x="1847868" y="176726"/>
                    <a:pt x="1858028" y="167836"/>
                    <a:pt x="1870728" y="162756"/>
                  </a:cubicBezTo>
                  <a:cubicBezTo>
                    <a:pt x="1884698" y="157676"/>
                    <a:pt x="1902478" y="157676"/>
                    <a:pt x="1916448" y="162756"/>
                  </a:cubicBezTo>
                  <a:cubicBezTo>
                    <a:pt x="1929148" y="167836"/>
                    <a:pt x="1943118" y="180536"/>
                    <a:pt x="1949468" y="193236"/>
                  </a:cubicBezTo>
                  <a:cubicBezTo>
                    <a:pt x="1957088" y="204666"/>
                    <a:pt x="1957088" y="214826"/>
                    <a:pt x="1955818" y="237686"/>
                  </a:cubicBezTo>
                  <a:cubicBezTo>
                    <a:pt x="1949468" y="307536"/>
                    <a:pt x="1855488" y="539946"/>
                    <a:pt x="1822468" y="661866"/>
                  </a:cubicBezTo>
                  <a:cubicBezTo>
                    <a:pt x="1797068" y="752036"/>
                    <a:pt x="1790718" y="811726"/>
                    <a:pt x="1766588" y="901896"/>
                  </a:cubicBezTo>
                  <a:cubicBezTo>
                    <a:pt x="1734838" y="1022546"/>
                    <a:pt x="1664988" y="1218126"/>
                    <a:pt x="1640858" y="1319726"/>
                  </a:cubicBezTo>
                  <a:cubicBezTo>
                    <a:pt x="1628158" y="1375606"/>
                    <a:pt x="1630698" y="1411166"/>
                    <a:pt x="1617998" y="1453076"/>
                  </a:cubicBezTo>
                  <a:cubicBezTo>
                    <a:pt x="1607838" y="1492446"/>
                    <a:pt x="1592598" y="1538166"/>
                    <a:pt x="1574818" y="1563566"/>
                  </a:cubicBezTo>
                  <a:cubicBezTo>
                    <a:pt x="1564658" y="1581346"/>
                    <a:pt x="1554498" y="1594046"/>
                    <a:pt x="1539258" y="1600396"/>
                  </a:cubicBezTo>
                  <a:cubicBezTo>
                    <a:pt x="1521478" y="1606746"/>
                    <a:pt x="1488458" y="1604206"/>
                    <a:pt x="1471948" y="1595316"/>
                  </a:cubicBezTo>
                  <a:cubicBezTo>
                    <a:pt x="1457978" y="1587696"/>
                    <a:pt x="1445278" y="1568646"/>
                    <a:pt x="1440198" y="1554676"/>
                  </a:cubicBezTo>
                  <a:cubicBezTo>
                    <a:pt x="1436388" y="1544516"/>
                    <a:pt x="1435118" y="1535626"/>
                    <a:pt x="1438928" y="1520386"/>
                  </a:cubicBezTo>
                  <a:cubicBezTo>
                    <a:pt x="1447818" y="1482286"/>
                    <a:pt x="1508778" y="1355286"/>
                    <a:pt x="1541798" y="1331156"/>
                  </a:cubicBezTo>
                  <a:cubicBezTo>
                    <a:pt x="1558308" y="1318456"/>
                    <a:pt x="1576088" y="1319726"/>
                    <a:pt x="1590058" y="1320996"/>
                  </a:cubicBezTo>
                  <a:cubicBezTo>
                    <a:pt x="1601488" y="1323536"/>
                    <a:pt x="1611648" y="1328616"/>
                    <a:pt x="1619268" y="1334966"/>
                  </a:cubicBezTo>
                  <a:cubicBezTo>
                    <a:pt x="1628158" y="1341316"/>
                    <a:pt x="1635778" y="1350206"/>
                    <a:pt x="1639588" y="1360366"/>
                  </a:cubicBezTo>
                  <a:cubicBezTo>
                    <a:pt x="1644668" y="1373066"/>
                    <a:pt x="1648478" y="1392116"/>
                    <a:pt x="1643398" y="1408626"/>
                  </a:cubicBezTo>
                  <a:cubicBezTo>
                    <a:pt x="1637048" y="1432756"/>
                    <a:pt x="1610378" y="1446726"/>
                    <a:pt x="1588788" y="1483556"/>
                  </a:cubicBezTo>
                  <a:cubicBezTo>
                    <a:pt x="1541798" y="1568646"/>
                    <a:pt x="1461788" y="1803596"/>
                    <a:pt x="1405908" y="1924246"/>
                  </a:cubicBezTo>
                  <a:cubicBezTo>
                    <a:pt x="1363998" y="2011876"/>
                    <a:pt x="1319548" y="2117286"/>
                    <a:pt x="1290338" y="2147766"/>
                  </a:cubicBezTo>
                  <a:cubicBezTo>
                    <a:pt x="1280178" y="2157926"/>
                    <a:pt x="1275098" y="2160466"/>
                    <a:pt x="1264938" y="2163006"/>
                  </a:cubicBezTo>
                  <a:cubicBezTo>
                    <a:pt x="1252238" y="2165546"/>
                    <a:pt x="1233188" y="2165546"/>
                    <a:pt x="1220488" y="2160466"/>
                  </a:cubicBezTo>
                  <a:cubicBezTo>
                    <a:pt x="1207788" y="2154116"/>
                    <a:pt x="1193818" y="2140146"/>
                    <a:pt x="1188738" y="2127446"/>
                  </a:cubicBezTo>
                  <a:cubicBezTo>
                    <a:pt x="1183658" y="2114746"/>
                    <a:pt x="1181118" y="2105856"/>
                    <a:pt x="1186198" y="2082996"/>
                  </a:cubicBezTo>
                  <a:cubicBezTo>
                    <a:pt x="1207788" y="1983936"/>
                    <a:pt x="1480838" y="1521656"/>
                    <a:pt x="1567198" y="1334966"/>
                  </a:cubicBezTo>
                  <a:cubicBezTo>
                    <a:pt x="1616728" y="1227016"/>
                    <a:pt x="1629428" y="1174946"/>
                    <a:pt x="1675148" y="1073346"/>
                  </a:cubicBezTo>
                  <a:cubicBezTo>
                    <a:pt x="1741188" y="929836"/>
                    <a:pt x="1858028" y="717746"/>
                    <a:pt x="1927878" y="558996"/>
                  </a:cubicBezTo>
                  <a:cubicBezTo>
                    <a:pt x="1986298" y="428186"/>
                    <a:pt x="2040908" y="291026"/>
                    <a:pt x="2072658" y="190696"/>
                  </a:cubicBezTo>
                  <a:cubicBezTo>
                    <a:pt x="2092978" y="123386"/>
                    <a:pt x="2094248" y="45916"/>
                    <a:pt x="2112028" y="20516"/>
                  </a:cubicBezTo>
                  <a:cubicBezTo>
                    <a:pt x="2119648" y="9086"/>
                    <a:pt x="2127268" y="6546"/>
                    <a:pt x="2136158" y="4006"/>
                  </a:cubicBezTo>
                  <a:cubicBezTo>
                    <a:pt x="2148858" y="196"/>
                    <a:pt x="2167908" y="-2344"/>
                    <a:pt x="2180608" y="4006"/>
                  </a:cubicBezTo>
                  <a:cubicBezTo>
                    <a:pt x="2195848" y="11626"/>
                    <a:pt x="2214898" y="31946"/>
                    <a:pt x="2218708" y="48456"/>
                  </a:cubicBezTo>
                  <a:cubicBezTo>
                    <a:pt x="2222518" y="64966"/>
                    <a:pt x="2213628" y="90366"/>
                    <a:pt x="2203468" y="104336"/>
                  </a:cubicBezTo>
                  <a:cubicBezTo>
                    <a:pt x="2194578" y="117036"/>
                    <a:pt x="2181878" y="115766"/>
                    <a:pt x="2162828" y="131006"/>
                  </a:cubicBezTo>
                  <a:cubicBezTo>
                    <a:pt x="2105678" y="176726"/>
                    <a:pt x="1959628" y="336746"/>
                    <a:pt x="1847868" y="454856"/>
                  </a:cubicBezTo>
                  <a:cubicBezTo>
                    <a:pt x="1715788" y="593286"/>
                    <a:pt x="1565928" y="753306"/>
                    <a:pt x="1424958" y="910786"/>
                  </a:cubicBezTo>
                  <a:cubicBezTo>
                    <a:pt x="1278908" y="1072076"/>
                    <a:pt x="1117618" y="1252416"/>
                    <a:pt x="988078" y="1411166"/>
                  </a:cubicBezTo>
                  <a:cubicBezTo>
                    <a:pt x="877588" y="1548326"/>
                    <a:pt x="772178" y="1737556"/>
                    <a:pt x="692168" y="1804866"/>
                  </a:cubicBezTo>
                  <a:cubicBezTo>
                    <a:pt x="652798" y="1837886"/>
                    <a:pt x="585488" y="1851856"/>
                    <a:pt x="588028" y="1858206"/>
                  </a:cubicBezTo>
                  <a:cubicBezTo>
                    <a:pt x="589298" y="1864556"/>
                    <a:pt x="659148" y="1854396"/>
                    <a:pt x="703598" y="1844236"/>
                  </a:cubicBezTo>
                  <a:cubicBezTo>
                    <a:pt x="768368" y="1827726"/>
                    <a:pt x="854728" y="1776926"/>
                    <a:pt x="934738" y="1755336"/>
                  </a:cubicBezTo>
                  <a:cubicBezTo>
                    <a:pt x="1017288" y="1733746"/>
                    <a:pt x="1104918" y="1724856"/>
                    <a:pt x="1191278" y="1717236"/>
                  </a:cubicBezTo>
                  <a:cubicBezTo>
                    <a:pt x="1278908" y="1708346"/>
                    <a:pt x="1405908" y="1699456"/>
                    <a:pt x="1456708" y="1704536"/>
                  </a:cubicBezTo>
                  <a:cubicBezTo>
                    <a:pt x="1478298" y="1705806"/>
                    <a:pt x="1489728" y="1707076"/>
                    <a:pt x="1502428" y="1714696"/>
                  </a:cubicBezTo>
                  <a:cubicBezTo>
                    <a:pt x="1513858" y="1722316"/>
                    <a:pt x="1525288" y="1740096"/>
                    <a:pt x="1529098" y="1752796"/>
                  </a:cubicBezTo>
                  <a:cubicBezTo>
                    <a:pt x="1532908" y="1762956"/>
                    <a:pt x="1532908" y="1773116"/>
                    <a:pt x="1529098" y="1783276"/>
                  </a:cubicBezTo>
                  <a:cubicBezTo>
                    <a:pt x="1525288" y="1795976"/>
                    <a:pt x="1520208" y="1811216"/>
                    <a:pt x="1503698" y="1822646"/>
                  </a:cubicBezTo>
                  <a:cubicBezTo>
                    <a:pt x="1465598" y="1849316"/>
                    <a:pt x="1363998" y="1859476"/>
                    <a:pt x="1257318" y="1878526"/>
                  </a:cubicBezTo>
                  <a:cubicBezTo>
                    <a:pt x="1064278" y="1911546"/>
                    <a:pt x="626128" y="1963616"/>
                    <a:pt x="438168" y="1975046"/>
                  </a:cubicBezTo>
                  <a:cubicBezTo>
                    <a:pt x="339108" y="1980126"/>
                    <a:pt x="270528" y="1982666"/>
                    <a:pt x="213378" y="1975046"/>
                  </a:cubicBezTo>
                  <a:cubicBezTo>
                    <a:pt x="176548" y="1969966"/>
                    <a:pt x="144798" y="1968696"/>
                    <a:pt x="125748" y="1950916"/>
                  </a:cubicBezTo>
                  <a:cubicBezTo>
                    <a:pt x="107968" y="1934406"/>
                    <a:pt x="91458" y="1895036"/>
                    <a:pt x="101618" y="1874716"/>
                  </a:cubicBezTo>
                  <a:cubicBezTo>
                    <a:pt x="114318" y="1844236"/>
                    <a:pt x="203218" y="1822646"/>
                    <a:pt x="250208" y="1809946"/>
                  </a:cubicBezTo>
                  <a:cubicBezTo>
                    <a:pt x="290848" y="1799786"/>
                    <a:pt x="312438" y="1799786"/>
                    <a:pt x="367048" y="1797246"/>
                  </a:cubicBezTo>
                  <a:cubicBezTo>
                    <a:pt x="492778" y="1790896"/>
                    <a:pt x="819168" y="1788356"/>
                    <a:pt x="995698" y="1804866"/>
                  </a:cubicBezTo>
                  <a:cubicBezTo>
                    <a:pt x="1127778" y="1817566"/>
                    <a:pt x="1283988" y="1835346"/>
                    <a:pt x="1336058" y="1865826"/>
                  </a:cubicBezTo>
                  <a:cubicBezTo>
                    <a:pt x="1357648" y="1877256"/>
                    <a:pt x="1366538" y="1888686"/>
                    <a:pt x="1371618" y="1905196"/>
                  </a:cubicBezTo>
                  <a:cubicBezTo>
                    <a:pt x="1376698" y="1924246"/>
                    <a:pt x="1374158" y="1957266"/>
                    <a:pt x="1362728" y="1973776"/>
                  </a:cubicBezTo>
                  <a:cubicBezTo>
                    <a:pt x="1351298" y="1990286"/>
                    <a:pt x="1332248" y="1999176"/>
                    <a:pt x="1301768" y="2005526"/>
                  </a:cubicBezTo>
                  <a:cubicBezTo>
                    <a:pt x="1220488" y="2022036"/>
                    <a:pt x="914418" y="1996636"/>
                    <a:pt x="844568" y="1976316"/>
                  </a:cubicBezTo>
                  <a:cubicBezTo>
                    <a:pt x="822978" y="1968696"/>
                    <a:pt x="814088" y="1963616"/>
                    <a:pt x="803928" y="1952186"/>
                  </a:cubicBezTo>
                  <a:cubicBezTo>
                    <a:pt x="795038" y="1940756"/>
                    <a:pt x="787418" y="1922976"/>
                    <a:pt x="789958" y="1907736"/>
                  </a:cubicBezTo>
                  <a:cubicBezTo>
                    <a:pt x="791228" y="1889956"/>
                    <a:pt x="806468" y="1864556"/>
                    <a:pt x="820438" y="1854396"/>
                  </a:cubicBezTo>
                  <a:cubicBezTo>
                    <a:pt x="833138" y="1845506"/>
                    <a:pt x="844568" y="1844236"/>
                    <a:pt x="867428" y="1844236"/>
                  </a:cubicBezTo>
                  <a:cubicBezTo>
                    <a:pt x="934738" y="1845506"/>
                    <a:pt x="1120158" y="1909006"/>
                    <a:pt x="1262398" y="1935676"/>
                  </a:cubicBezTo>
                  <a:cubicBezTo>
                    <a:pt x="1427498" y="1964886"/>
                    <a:pt x="1696738" y="2001716"/>
                    <a:pt x="1798338" y="2008066"/>
                  </a:cubicBezTo>
                  <a:cubicBezTo>
                    <a:pt x="1837708" y="2010606"/>
                    <a:pt x="1859298" y="2000446"/>
                    <a:pt x="1882158" y="2006796"/>
                  </a:cubicBezTo>
                  <a:cubicBezTo>
                    <a:pt x="1897398" y="2010606"/>
                    <a:pt x="1911368" y="2019496"/>
                    <a:pt x="1920258" y="2030926"/>
                  </a:cubicBezTo>
                  <a:cubicBezTo>
                    <a:pt x="1929148" y="2043626"/>
                    <a:pt x="1934228" y="2061406"/>
                    <a:pt x="1931688" y="2075376"/>
                  </a:cubicBezTo>
                  <a:cubicBezTo>
                    <a:pt x="1930418" y="2090616"/>
                    <a:pt x="1922798" y="2107126"/>
                    <a:pt x="1911368" y="2117286"/>
                  </a:cubicBezTo>
                  <a:cubicBezTo>
                    <a:pt x="1901208" y="2127446"/>
                    <a:pt x="1887238" y="2132526"/>
                    <a:pt x="1869458" y="2135066"/>
                  </a:cubicBezTo>
                  <a:cubicBezTo>
                    <a:pt x="1840248" y="2137606"/>
                    <a:pt x="1807228" y="2117286"/>
                    <a:pt x="1753888" y="2109666"/>
                  </a:cubicBezTo>
                  <a:cubicBezTo>
                    <a:pt x="1630698" y="2090616"/>
                    <a:pt x="1376698" y="2069026"/>
                    <a:pt x="1145558" y="2062676"/>
                  </a:cubicBezTo>
                  <a:cubicBezTo>
                    <a:pt x="840758" y="2052516"/>
                    <a:pt x="114318" y="2143956"/>
                    <a:pt x="82568" y="2079186"/>
                  </a:cubicBezTo>
                  <a:cubicBezTo>
                    <a:pt x="72408" y="2058866"/>
                    <a:pt x="107968" y="2014416"/>
                    <a:pt x="149878" y="1995366"/>
                  </a:cubicBezTo>
                  <a:cubicBezTo>
                    <a:pt x="255288" y="1949646"/>
                    <a:pt x="603268" y="2030926"/>
                    <a:pt x="830598" y="2037276"/>
                  </a:cubicBezTo>
                  <a:cubicBezTo>
                    <a:pt x="1055388" y="2043626"/>
                    <a:pt x="1308118" y="2046166"/>
                    <a:pt x="1506238" y="2032196"/>
                  </a:cubicBezTo>
                  <a:cubicBezTo>
                    <a:pt x="1663718" y="2020766"/>
                    <a:pt x="1852948" y="1957266"/>
                    <a:pt x="1929148" y="1972506"/>
                  </a:cubicBezTo>
                  <a:cubicBezTo>
                    <a:pt x="1960898" y="1978856"/>
                    <a:pt x="1979948" y="1991556"/>
                    <a:pt x="1992648" y="2008066"/>
                  </a:cubicBezTo>
                  <a:cubicBezTo>
                    <a:pt x="2002808" y="2023306"/>
                    <a:pt x="2005348" y="2046166"/>
                    <a:pt x="2004078" y="2062676"/>
                  </a:cubicBezTo>
                  <a:cubicBezTo>
                    <a:pt x="2002808" y="2075376"/>
                    <a:pt x="1997728" y="2086806"/>
                    <a:pt x="1988838" y="2096966"/>
                  </a:cubicBezTo>
                  <a:cubicBezTo>
                    <a:pt x="1976138" y="2109666"/>
                    <a:pt x="1950738" y="2122366"/>
                    <a:pt x="1924068" y="2127446"/>
                  </a:cubicBezTo>
                  <a:cubicBezTo>
                    <a:pt x="1883428" y="2135066"/>
                    <a:pt x="1835168" y="2127446"/>
                    <a:pt x="1766588" y="2112206"/>
                  </a:cubicBezTo>
                  <a:cubicBezTo>
                    <a:pt x="1624348" y="2079186"/>
                    <a:pt x="1215408" y="1931866"/>
                    <a:pt x="1131588" y="1882336"/>
                  </a:cubicBezTo>
                  <a:cubicBezTo>
                    <a:pt x="1108728" y="1868366"/>
                    <a:pt x="1099838" y="1862016"/>
                    <a:pt x="1090948" y="1846776"/>
                  </a:cubicBezTo>
                  <a:cubicBezTo>
                    <a:pt x="1083328" y="1831536"/>
                    <a:pt x="1079518" y="1809946"/>
                    <a:pt x="1084598" y="1793436"/>
                  </a:cubicBezTo>
                  <a:cubicBezTo>
                    <a:pt x="1090948" y="1774386"/>
                    <a:pt x="1112538" y="1748986"/>
                    <a:pt x="1131588" y="1741366"/>
                  </a:cubicBezTo>
                  <a:cubicBezTo>
                    <a:pt x="1146828" y="1733746"/>
                    <a:pt x="1184928" y="1741366"/>
                    <a:pt x="1184928" y="1741366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7018" y="1028700"/>
            <a:ext cx="15458239" cy="8695259"/>
          </a:xfrm>
          <a:custGeom>
            <a:avLst/>
            <a:gdLst/>
            <a:ahLst/>
            <a:cxnLst/>
            <a:rect r="r" b="b" t="t" l="l"/>
            <a:pathLst>
              <a:path h="8695259" w="15458239">
                <a:moveTo>
                  <a:pt x="0" y="0"/>
                </a:moveTo>
                <a:lnTo>
                  <a:pt x="15458238" y="0"/>
                </a:lnTo>
                <a:lnTo>
                  <a:pt x="15458238" y="8695259"/>
                </a:lnTo>
                <a:lnTo>
                  <a:pt x="0" y="86952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873038" y="738188"/>
            <a:ext cx="3316605" cy="1715452"/>
            <a:chOff x="0" y="0"/>
            <a:chExt cx="4422140" cy="228727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50800"/>
              <a:ext cx="4320540" cy="2186378"/>
            </a:xfrm>
            <a:custGeom>
              <a:avLst/>
              <a:gdLst/>
              <a:ahLst/>
              <a:cxnLst/>
              <a:rect r="r" b="b" t="t" l="l"/>
              <a:pathLst>
                <a:path h="2186378" w="4320540">
                  <a:moveTo>
                    <a:pt x="0" y="1836420"/>
                  </a:moveTo>
                  <a:cubicBezTo>
                    <a:pt x="0" y="1826260"/>
                    <a:pt x="0" y="1822450"/>
                    <a:pt x="0" y="1822450"/>
                  </a:cubicBezTo>
                  <a:cubicBezTo>
                    <a:pt x="0" y="1821180"/>
                    <a:pt x="1270" y="1817370"/>
                    <a:pt x="2540" y="1814830"/>
                  </a:cubicBezTo>
                  <a:cubicBezTo>
                    <a:pt x="2540" y="1812290"/>
                    <a:pt x="3810" y="1807210"/>
                    <a:pt x="3810" y="1807210"/>
                  </a:cubicBezTo>
                  <a:cubicBezTo>
                    <a:pt x="3810" y="1807210"/>
                    <a:pt x="6350" y="1803400"/>
                    <a:pt x="7620" y="1800860"/>
                  </a:cubicBezTo>
                  <a:cubicBezTo>
                    <a:pt x="8890" y="1798320"/>
                    <a:pt x="11430" y="1794510"/>
                    <a:pt x="11430" y="1794510"/>
                  </a:cubicBezTo>
                  <a:cubicBezTo>
                    <a:pt x="11430" y="1794510"/>
                    <a:pt x="15240" y="1790700"/>
                    <a:pt x="16510" y="1788160"/>
                  </a:cubicBezTo>
                  <a:cubicBezTo>
                    <a:pt x="19050" y="1786890"/>
                    <a:pt x="21590" y="1783080"/>
                    <a:pt x="21590" y="1783080"/>
                  </a:cubicBezTo>
                  <a:cubicBezTo>
                    <a:pt x="22860" y="1783080"/>
                    <a:pt x="26670" y="1780540"/>
                    <a:pt x="27940" y="1779270"/>
                  </a:cubicBezTo>
                  <a:cubicBezTo>
                    <a:pt x="30480" y="1778000"/>
                    <a:pt x="34290" y="1775460"/>
                    <a:pt x="34290" y="1775460"/>
                  </a:cubicBezTo>
                  <a:cubicBezTo>
                    <a:pt x="35560" y="1775460"/>
                    <a:pt x="39370" y="1774190"/>
                    <a:pt x="41910" y="1772920"/>
                  </a:cubicBezTo>
                  <a:cubicBezTo>
                    <a:pt x="44450" y="1771650"/>
                    <a:pt x="49530" y="1770380"/>
                    <a:pt x="49530" y="1770380"/>
                  </a:cubicBezTo>
                  <a:cubicBezTo>
                    <a:pt x="49530" y="1770380"/>
                    <a:pt x="54610" y="1770380"/>
                    <a:pt x="57150" y="1769110"/>
                  </a:cubicBezTo>
                  <a:cubicBezTo>
                    <a:pt x="59690" y="1769110"/>
                    <a:pt x="63500" y="1769110"/>
                    <a:pt x="64770" y="1769110"/>
                  </a:cubicBezTo>
                  <a:cubicBezTo>
                    <a:pt x="64770" y="1769110"/>
                    <a:pt x="76200" y="1770380"/>
                    <a:pt x="86360" y="1771650"/>
                  </a:cubicBezTo>
                  <a:cubicBezTo>
                    <a:pt x="106680" y="1772920"/>
                    <a:pt x="140970" y="1775460"/>
                    <a:pt x="172720" y="1776730"/>
                  </a:cubicBezTo>
                  <a:cubicBezTo>
                    <a:pt x="214630" y="1779270"/>
                    <a:pt x="278130" y="1783080"/>
                    <a:pt x="312420" y="1785620"/>
                  </a:cubicBezTo>
                  <a:cubicBezTo>
                    <a:pt x="332740" y="1786890"/>
                    <a:pt x="354330" y="1791970"/>
                    <a:pt x="360680" y="1789430"/>
                  </a:cubicBezTo>
                  <a:cubicBezTo>
                    <a:pt x="364490" y="1788160"/>
                    <a:pt x="364490" y="1786890"/>
                    <a:pt x="365760" y="1785620"/>
                  </a:cubicBezTo>
                  <a:cubicBezTo>
                    <a:pt x="368300" y="1783080"/>
                    <a:pt x="372110" y="1780540"/>
                    <a:pt x="372110" y="1780540"/>
                  </a:cubicBezTo>
                  <a:cubicBezTo>
                    <a:pt x="372110" y="1779270"/>
                    <a:pt x="375920" y="1778000"/>
                    <a:pt x="378460" y="1776730"/>
                  </a:cubicBezTo>
                  <a:cubicBezTo>
                    <a:pt x="381000" y="1775460"/>
                    <a:pt x="384810" y="1772920"/>
                    <a:pt x="384810" y="1772920"/>
                  </a:cubicBezTo>
                  <a:cubicBezTo>
                    <a:pt x="386080" y="1772920"/>
                    <a:pt x="389890" y="1771650"/>
                    <a:pt x="392430" y="1770380"/>
                  </a:cubicBezTo>
                  <a:cubicBezTo>
                    <a:pt x="394970" y="1770380"/>
                    <a:pt x="400050" y="1769110"/>
                    <a:pt x="400050" y="1769110"/>
                  </a:cubicBezTo>
                  <a:cubicBezTo>
                    <a:pt x="400050" y="1769110"/>
                    <a:pt x="405130" y="1767840"/>
                    <a:pt x="407670" y="1767840"/>
                  </a:cubicBezTo>
                  <a:cubicBezTo>
                    <a:pt x="411480" y="1767840"/>
                    <a:pt x="416560" y="1767840"/>
                    <a:pt x="416560" y="1767840"/>
                  </a:cubicBezTo>
                  <a:cubicBezTo>
                    <a:pt x="416560" y="1767840"/>
                    <a:pt x="516890" y="1765300"/>
                    <a:pt x="567690" y="1764030"/>
                  </a:cubicBezTo>
                  <a:cubicBezTo>
                    <a:pt x="618490" y="1764030"/>
                    <a:pt x="684530" y="1764030"/>
                    <a:pt x="721360" y="1766570"/>
                  </a:cubicBezTo>
                  <a:cubicBezTo>
                    <a:pt x="741680" y="1769110"/>
                    <a:pt x="767080" y="1776730"/>
                    <a:pt x="768350" y="1774190"/>
                  </a:cubicBezTo>
                  <a:cubicBezTo>
                    <a:pt x="768350" y="1772920"/>
                    <a:pt x="767080" y="1770380"/>
                    <a:pt x="767080" y="1770380"/>
                  </a:cubicBezTo>
                  <a:cubicBezTo>
                    <a:pt x="767080" y="1770380"/>
                    <a:pt x="765810" y="1765300"/>
                    <a:pt x="764540" y="1762760"/>
                  </a:cubicBezTo>
                  <a:cubicBezTo>
                    <a:pt x="764540" y="1760220"/>
                    <a:pt x="763270" y="1756410"/>
                    <a:pt x="763270" y="1756410"/>
                  </a:cubicBezTo>
                  <a:cubicBezTo>
                    <a:pt x="763270" y="1756410"/>
                    <a:pt x="763270" y="1751330"/>
                    <a:pt x="763270" y="1748790"/>
                  </a:cubicBezTo>
                  <a:cubicBezTo>
                    <a:pt x="763270" y="1746250"/>
                    <a:pt x="763270" y="1741170"/>
                    <a:pt x="763270" y="1741170"/>
                  </a:cubicBezTo>
                  <a:cubicBezTo>
                    <a:pt x="763270" y="1741170"/>
                    <a:pt x="764540" y="1736090"/>
                    <a:pt x="765810" y="1733550"/>
                  </a:cubicBezTo>
                  <a:cubicBezTo>
                    <a:pt x="765810" y="1731010"/>
                    <a:pt x="767080" y="1727200"/>
                    <a:pt x="767080" y="1727200"/>
                  </a:cubicBezTo>
                  <a:cubicBezTo>
                    <a:pt x="767080" y="1727200"/>
                    <a:pt x="769620" y="1722120"/>
                    <a:pt x="770890" y="1719580"/>
                  </a:cubicBezTo>
                  <a:cubicBezTo>
                    <a:pt x="772160" y="1718310"/>
                    <a:pt x="773430" y="1713230"/>
                    <a:pt x="773430" y="1713230"/>
                  </a:cubicBezTo>
                  <a:cubicBezTo>
                    <a:pt x="774700" y="1713230"/>
                    <a:pt x="778510" y="1709420"/>
                    <a:pt x="778510" y="1708150"/>
                  </a:cubicBezTo>
                  <a:cubicBezTo>
                    <a:pt x="779780" y="1708150"/>
                    <a:pt x="779780" y="1708150"/>
                    <a:pt x="779780" y="1706880"/>
                  </a:cubicBezTo>
                  <a:cubicBezTo>
                    <a:pt x="779780" y="1703070"/>
                    <a:pt x="758190" y="1670050"/>
                    <a:pt x="753110" y="1661160"/>
                  </a:cubicBezTo>
                  <a:cubicBezTo>
                    <a:pt x="750570" y="1656080"/>
                    <a:pt x="750570" y="1653540"/>
                    <a:pt x="749300" y="1651000"/>
                  </a:cubicBezTo>
                  <a:cubicBezTo>
                    <a:pt x="748030" y="1648460"/>
                    <a:pt x="745490" y="1645920"/>
                    <a:pt x="745490" y="1645920"/>
                  </a:cubicBezTo>
                  <a:cubicBezTo>
                    <a:pt x="745490" y="1645920"/>
                    <a:pt x="744220" y="1640840"/>
                    <a:pt x="744220" y="1638300"/>
                  </a:cubicBezTo>
                  <a:cubicBezTo>
                    <a:pt x="742950" y="1637030"/>
                    <a:pt x="742950" y="1635760"/>
                    <a:pt x="742950" y="1634490"/>
                  </a:cubicBezTo>
                  <a:cubicBezTo>
                    <a:pt x="740410" y="1626870"/>
                    <a:pt x="730250" y="1595120"/>
                    <a:pt x="725170" y="1588770"/>
                  </a:cubicBezTo>
                  <a:cubicBezTo>
                    <a:pt x="722630" y="1586230"/>
                    <a:pt x="720090" y="1587500"/>
                    <a:pt x="717550" y="1586230"/>
                  </a:cubicBezTo>
                  <a:cubicBezTo>
                    <a:pt x="715010" y="1584960"/>
                    <a:pt x="711200" y="1583690"/>
                    <a:pt x="711200" y="1583690"/>
                  </a:cubicBezTo>
                  <a:cubicBezTo>
                    <a:pt x="711200" y="1583690"/>
                    <a:pt x="706120" y="1581150"/>
                    <a:pt x="704850" y="1579880"/>
                  </a:cubicBezTo>
                  <a:cubicBezTo>
                    <a:pt x="702310" y="1577340"/>
                    <a:pt x="698500" y="1574800"/>
                    <a:pt x="698500" y="1574800"/>
                  </a:cubicBezTo>
                  <a:cubicBezTo>
                    <a:pt x="698500" y="1574800"/>
                    <a:pt x="694690" y="1570990"/>
                    <a:pt x="693420" y="1569720"/>
                  </a:cubicBezTo>
                  <a:cubicBezTo>
                    <a:pt x="690880" y="1567180"/>
                    <a:pt x="688340" y="1563370"/>
                    <a:pt x="688340" y="1563370"/>
                  </a:cubicBezTo>
                  <a:cubicBezTo>
                    <a:pt x="688340" y="1563370"/>
                    <a:pt x="685800" y="1559560"/>
                    <a:pt x="684530" y="1557020"/>
                  </a:cubicBezTo>
                  <a:cubicBezTo>
                    <a:pt x="683260" y="1554480"/>
                    <a:pt x="680720" y="1550670"/>
                    <a:pt x="680720" y="1550670"/>
                  </a:cubicBezTo>
                  <a:cubicBezTo>
                    <a:pt x="680720" y="1550670"/>
                    <a:pt x="679450" y="1545590"/>
                    <a:pt x="678180" y="1543050"/>
                  </a:cubicBezTo>
                  <a:cubicBezTo>
                    <a:pt x="678180" y="1540510"/>
                    <a:pt x="676910" y="1535430"/>
                    <a:pt x="676910" y="1535430"/>
                  </a:cubicBezTo>
                  <a:cubicBezTo>
                    <a:pt x="676910" y="1535430"/>
                    <a:pt x="676910" y="1530350"/>
                    <a:pt x="676910" y="1527810"/>
                  </a:cubicBezTo>
                  <a:cubicBezTo>
                    <a:pt x="676910" y="1525270"/>
                    <a:pt x="676910" y="1520190"/>
                    <a:pt x="676910" y="1520190"/>
                  </a:cubicBezTo>
                  <a:cubicBezTo>
                    <a:pt x="676910" y="1520190"/>
                    <a:pt x="678180" y="1515110"/>
                    <a:pt x="678180" y="1512570"/>
                  </a:cubicBezTo>
                  <a:cubicBezTo>
                    <a:pt x="678180" y="1511300"/>
                    <a:pt x="679450" y="1510030"/>
                    <a:pt x="679450" y="1508760"/>
                  </a:cubicBezTo>
                  <a:cubicBezTo>
                    <a:pt x="678180" y="1508760"/>
                    <a:pt x="674370" y="1508760"/>
                    <a:pt x="674370" y="1508760"/>
                  </a:cubicBezTo>
                  <a:cubicBezTo>
                    <a:pt x="674370" y="1508760"/>
                    <a:pt x="670560" y="1506220"/>
                    <a:pt x="668020" y="1504950"/>
                  </a:cubicBezTo>
                  <a:cubicBezTo>
                    <a:pt x="665480" y="1504950"/>
                    <a:pt x="660400" y="1502410"/>
                    <a:pt x="660400" y="1502410"/>
                  </a:cubicBezTo>
                  <a:cubicBezTo>
                    <a:pt x="660400" y="1502410"/>
                    <a:pt x="656590" y="1499870"/>
                    <a:pt x="655320" y="1498600"/>
                  </a:cubicBezTo>
                  <a:cubicBezTo>
                    <a:pt x="652780" y="1497330"/>
                    <a:pt x="648970" y="1493520"/>
                    <a:pt x="648970" y="1493520"/>
                  </a:cubicBezTo>
                  <a:cubicBezTo>
                    <a:pt x="648970" y="1493520"/>
                    <a:pt x="645160" y="1489710"/>
                    <a:pt x="643890" y="1488440"/>
                  </a:cubicBezTo>
                  <a:cubicBezTo>
                    <a:pt x="642620" y="1485900"/>
                    <a:pt x="638810" y="1482090"/>
                    <a:pt x="638810" y="1482090"/>
                  </a:cubicBezTo>
                  <a:cubicBezTo>
                    <a:pt x="638810" y="1482090"/>
                    <a:pt x="637540" y="1478280"/>
                    <a:pt x="636270" y="1475740"/>
                  </a:cubicBezTo>
                  <a:cubicBezTo>
                    <a:pt x="635000" y="1473200"/>
                    <a:pt x="632460" y="1469390"/>
                    <a:pt x="632460" y="1469390"/>
                  </a:cubicBezTo>
                  <a:cubicBezTo>
                    <a:pt x="632460" y="1469390"/>
                    <a:pt x="631190" y="1464310"/>
                    <a:pt x="631190" y="1461770"/>
                  </a:cubicBezTo>
                  <a:cubicBezTo>
                    <a:pt x="629920" y="1459230"/>
                    <a:pt x="629920" y="1455420"/>
                    <a:pt x="628650" y="1454150"/>
                  </a:cubicBezTo>
                  <a:cubicBezTo>
                    <a:pt x="628650" y="1454150"/>
                    <a:pt x="629920" y="1450340"/>
                    <a:pt x="629920" y="1447800"/>
                  </a:cubicBezTo>
                  <a:cubicBezTo>
                    <a:pt x="629920" y="1445260"/>
                    <a:pt x="629920" y="1440180"/>
                    <a:pt x="629920" y="1440180"/>
                  </a:cubicBezTo>
                  <a:cubicBezTo>
                    <a:pt x="629920" y="1440180"/>
                    <a:pt x="631190" y="1435100"/>
                    <a:pt x="631190" y="1432560"/>
                  </a:cubicBezTo>
                  <a:cubicBezTo>
                    <a:pt x="632460" y="1430020"/>
                    <a:pt x="633730" y="1424940"/>
                    <a:pt x="633730" y="1424940"/>
                  </a:cubicBezTo>
                  <a:cubicBezTo>
                    <a:pt x="633730" y="1424940"/>
                    <a:pt x="636270" y="1421130"/>
                    <a:pt x="637540" y="1418590"/>
                  </a:cubicBezTo>
                  <a:cubicBezTo>
                    <a:pt x="638810" y="1417320"/>
                    <a:pt x="640080" y="1412240"/>
                    <a:pt x="641350" y="1412240"/>
                  </a:cubicBezTo>
                  <a:cubicBezTo>
                    <a:pt x="641350" y="1412240"/>
                    <a:pt x="643890" y="1408430"/>
                    <a:pt x="645160" y="1407160"/>
                  </a:cubicBezTo>
                  <a:cubicBezTo>
                    <a:pt x="647700" y="1404620"/>
                    <a:pt x="650240" y="1402080"/>
                    <a:pt x="650240" y="1400810"/>
                  </a:cubicBezTo>
                  <a:cubicBezTo>
                    <a:pt x="651510" y="1400810"/>
                    <a:pt x="655320" y="1398270"/>
                    <a:pt x="656590" y="1397000"/>
                  </a:cubicBezTo>
                  <a:cubicBezTo>
                    <a:pt x="659130" y="1395730"/>
                    <a:pt x="662940" y="1393190"/>
                    <a:pt x="662940" y="1393190"/>
                  </a:cubicBezTo>
                  <a:cubicBezTo>
                    <a:pt x="662940" y="1393190"/>
                    <a:pt x="668020" y="1391920"/>
                    <a:pt x="670560" y="1390650"/>
                  </a:cubicBezTo>
                  <a:cubicBezTo>
                    <a:pt x="673100" y="1389380"/>
                    <a:pt x="676910" y="1388110"/>
                    <a:pt x="676910" y="1388110"/>
                  </a:cubicBezTo>
                  <a:cubicBezTo>
                    <a:pt x="676910" y="1388110"/>
                    <a:pt x="683260" y="1388110"/>
                    <a:pt x="684530" y="1388110"/>
                  </a:cubicBezTo>
                  <a:cubicBezTo>
                    <a:pt x="685800" y="1388110"/>
                    <a:pt x="685800" y="1388110"/>
                    <a:pt x="685800" y="1386840"/>
                  </a:cubicBezTo>
                  <a:cubicBezTo>
                    <a:pt x="685800" y="1380490"/>
                    <a:pt x="685800" y="1315720"/>
                    <a:pt x="690880" y="1280160"/>
                  </a:cubicBezTo>
                  <a:cubicBezTo>
                    <a:pt x="695960" y="1243330"/>
                    <a:pt x="707390" y="1206500"/>
                    <a:pt x="715010" y="1168400"/>
                  </a:cubicBezTo>
                  <a:cubicBezTo>
                    <a:pt x="723900" y="1129030"/>
                    <a:pt x="725170" y="1082040"/>
                    <a:pt x="739140" y="1049020"/>
                  </a:cubicBezTo>
                  <a:cubicBezTo>
                    <a:pt x="751840" y="1021080"/>
                    <a:pt x="778510" y="1007110"/>
                    <a:pt x="792480" y="980440"/>
                  </a:cubicBezTo>
                  <a:cubicBezTo>
                    <a:pt x="807720" y="951230"/>
                    <a:pt x="801370" y="904240"/>
                    <a:pt x="824230" y="882650"/>
                  </a:cubicBezTo>
                  <a:cubicBezTo>
                    <a:pt x="852170" y="858520"/>
                    <a:pt x="925830" y="843280"/>
                    <a:pt x="957580" y="854710"/>
                  </a:cubicBezTo>
                  <a:cubicBezTo>
                    <a:pt x="981710" y="863600"/>
                    <a:pt x="995680" y="896620"/>
                    <a:pt x="1005840" y="922020"/>
                  </a:cubicBezTo>
                  <a:cubicBezTo>
                    <a:pt x="1017270" y="946150"/>
                    <a:pt x="1014730" y="972820"/>
                    <a:pt x="1023620" y="1003300"/>
                  </a:cubicBezTo>
                  <a:cubicBezTo>
                    <a:pt x="1035050" y="1041400"/>
                    <a:pt x="1056640" y="1094740"/>
                    <a:pt x="1073150" y="1135380"/>
                  </a:cubicBezTo>
                  <a:cubicBezTo>
                    <a:pt x="1087120" y="1170940"/>
                    <a:pt x="1106170" y="1235710"/>
                    <a:pt x="1116330" y="1234440"/>
                  </a:cubicBezTo>
                  <a:cubicBezTo>
                    <a:pt x="1125220" y="1234440"/>
                    <a:pt x="1126490" y="1178560"/>
                    <a:pt x="1132840" y="1158240"/>
                  </a:cubicBezTo>
                  <a:cubicBezTo>
                    <a:pt x="1135380" y="1146810"/>
                    <a:pt x="1146810" y="1135380"/>
                    <a:pt x="1143000" y="1129030"/>
                  </a:cubicBezTo>
                  <a:cubicBezTo>
                    <a:pt x="1140460" y="1122680"/>
                    <a:pt x="1122680" y="1122680"/>
                    <a:pt x="1116330" y="1120140"/>
                  </a:cubicBezTo>
                  <a:cubicBezTo>
                    <a:pt x="1113790" y="1118870"/>
                    <a:pt x="1112520" y="1118870"/>
                    <a:pt x="1109980" y="1117600"/>
                  </a:cubicBezTo>
                  <a:cubicBezTo>
                    <a:pt x="1107440" y="1116330"/>
                    <a:pt x="1103630" y="1115060"/>
                    <a:pt x="1103630" y="1115060"/>
                  </a:cubicBezTo>
                  <a:cubicBezTo>
                    <a:pt x="1103630" y="1115060"/>
                    <a:pt x="1099820" y="1111250"/>
                    <a:pt x="1097280" y="1109980"/>
                  </a:cubicBezTo>
                  <a:cubicBezTo>
                    <a:pt x="1096010" y="1108710"/>
                    <a:pt x="1092200" y="1106170"/>
                    <a:pt x="1092200" y="1106170"/>
                  </a:cubicBezTo>
                  <a:cubicBezTo>
                    <a:pt x="1092200" y="1106170"/>
                    <a:pt x="1088390" y="1102360"/>
                    <a:pt x="1087120" y="1099820"/>
                  </a:cubicBezTo>
                  <a:cubicBezTo>
                    <a:pt x="1085850" y="1098550"/>
                    <a:pt x="1083310" y="1094740"/>
                    <a:pt x="1083310" y="1094740"/>
                  </a:cubicBezTo>
                  <a:cubicBezTo>
                    <a:pt x="1083310" y="1094740"/>
                    <a:pt x="1080770" y="1089660"/>
                    <a:pt x="1079500" y="1088390"/>
                  </a:cubicBezTo>
                  <a:cubicBezTo>
                    <a:pt x="1078230" y="1085850"/>
                    <a:pt x="1076960" y="1082040"/>
                    <a:pt x="1076960" y="1082040"/>
                  </a:cubicBezTo>
                  <a:cubicBezTo>
                    <a:pt x="1076960" y="1080770"/>
                    <a:pt x="1075690" y="1076960"/>
                    <a:pt x="1075690" y="1074420"/>
                  </a:cubicBezTo>
                  <a:cubicBezTo>
                    <a:pt x="1074420" y="1071880"/>
                    <a:pt x="1074420" y="1066800"/>
                    <a:pt x="1074420" y="1066800"/>
                  </a:cubicBezTo>
                  <a:cubicBezTo>
                    <a:pt x="1074420" y="1066800"/>
                    <a:pt x="1074420" y="1062990"/>
                    <a:pt x="1074420" y="1060450"/>
                  </a:cubicBezTo>
                  <a:cubicBezTo>
                    <a:pt x="1074420" y="1057910"/>
                    <a:pt x="1074420" y="1052830"/>
                    <a:pt x="1074420" y="1052830"/>
                  </a:cubicBezTo>
                  <a:cubicBezTo>
                    <a:pt x="1074420" y="1052830"/>
                    <a:pt x="1075690" y="1047750"/>
                    <a:pt x="1076960" y="1045210"/>
                  </a:cubicBezTo>
                  <a:cubicBezTo>
                    <a:pt x="1076960" y="1043940"/>
                    <a:pt x="1078230" y="1038860"/>
                    <a:pt x="1078230" y="1038860"/>
                  </a:cubicBezTo>
                  <a:cubicBezTo>
                    <a:pt x="1078230" y="1038860"/>
                    <a:pt x="1080770" y="1035050"/>
                    <a:pt x="1082040" y="1032510"/>
                  </a:cubicBezTo>
                  <a:cubicBezTo>
                    <a:pt x="1083310" y="1029970"/>
                    <a:pt x="1085850" y="1026160"/>
                    <a:pt x="1085850" y="1026160"/>
                  </a:cubicBezTo>
                  <a:cubicBezTo>
                    <a:pt x="1085850" y="1026160"/>
                    <a:pt x="1089660" y="1022350"/>
                    <a:pt x="1090930" y="1021080"/>
                  </a:cubicBezTo>
                  <a:cubicBezTo>
                    <a:pt x="1092200" y="1019810"/>
                    <a:pt x="1096010" y="1016000"/>
                    <a:pt x="1096010" y="1016000"/>
                  </a:cubicBezTo>
                  <a:cubicBezTo>
                    <a:pt x="1096010" y="1016000"/>
                    <a:pt x="1099820" y="1013460"/>
                    <a:pt x="1102360" y="1012190"/>
                  </a:cubicBezTo>
                  <a:cubicBezTo>
                    <a:pt x="1103630" y="1010920"/>
                    <a:pt x="1108710" y="1008380"/>
                    <a:pt x="1108710" y="1008380"/>
                  </a:cubicBezTo>
                  <a:cubicBezTo>
                    <a:pt x="1108710" y="1008380"/>
                    <a:pt x="1112520" y="1007110"/>
                    <a:pt x="1115060" y="1005840"/>
                  </a:cubicBezTo>
                  <a:cubicBezTo>
                    <a:pt x="1117600" y="1004570"/>
                    <a:pt x="1121410" y="1003300"/>
                    <a:pt x="1122680" y="1003300"/>
                  </a:cubicBezTo>
                  <a:cubicBezTo>
                    <a:pt x="1122680" y="1003300"/>
                    <a:pt x="1126490" y="1003300"/>
                    <a:pt x="1129030" y="1003300"/>
                  </a:cubicBezTo>
                  <a:cubicBezTo>
                    <a:pt x="1131570" y="1003300"/>
                    <a:pt x="1136650" y="1002030"/>
                    <a:pt x="1136650" y="1002030"/>
                  </a:cubicBezTo>
                  <a:cubicBezTo>
                    <a:pt x="1136650" y="1002030"/>
                    <a:pt x="1141730" y="1003300"/>
                    <a:pt x="1144270" y="1003300"/>
                  </a:cubicBezTo>
                  <a:cubicBezTo>
                    <a:pt x="1145540" y="1004570"/>
                    <a:pt x="1150620" y="1004570"/>
                    <a:pt x="1150620" y="1004570"/>
                  </a:cubicBezTo>
                  <a:cubicBezTo>
                    <a:pt x="1151890" y="1005840"/>
                    <a:pt x="1195070" y="1031240"/>
                    <a:pt x="1212850" y="1028700"/>
                  </a:cubicBezTo>
                  <a:cubicBezTo>
                    <a:pt x="1226820" y="1026160"/>
                    <a:pt x="1233170" y="1003300"/>
                    <a:pt x="1250950" y="996950"/>
                  </a:cubicBezTo>
                  <a:cubicBezTo>
                    <a:pt x="1277620" y="986790"/>
                    <a:pt x="1336040" y="984250"/>
                    <a:pt x="1370330" y="994410"/>
                  </a:cubicBezTo>
                  <a:cubicBezTo>
                    <a:pt x="1402080" y="1003300"/>
                    <a:pt x="1428750" y="1029970"/>
                    <a:pt x="1454150" y="1050290"/>
                  </a:cubicBezTo>
                  <a:cubicBezTo>
                    <a:pt x="1475740" y="1068070"/>
                    <a:pt x="1492250" y="1097280"/>
                    <a:pt x="1511300" y="1108710"/>
                  </a:cubicBezTo>
                  <a:cubicBezTo>
                    <a:pt x="1526540" y="1116330"/>
                    <a:pt x="1543050" y="1116330"/>
                    <a:pt x="1554480" y="1118870"/>
                  </a:cubicBezTo>
                  <a:cubicBezTo>
                    <a:pt x="1564640" y="1121410"/>
                    <a:pt x="1579880" y="1127760"/>
                    <a:pt x="1581150" y="1127760"/>
                  </a:cubicBezTo>
                  <a:cubicBezTo>
                    <a:pt x="1581150" y="1126490"/>
                    <a:pt x="1578610" y="1125220"/>
                    <a:pt x="1578610" y="1125220"/>
                  </a:cubicBezTo>
                  <a:cubicBezTo>
                    <a:pt x="1578610" y="1123950"/>
                    <a:pt x="1576070" y="1120140"/>
                    <a:pt x="1576070" y="1117600"/>
                  </a:cubicBezTo>
                  <a:cubicBezTo>
                    <a:pt x="1574800" y="1115060"/>
                    <a:pt x="1572260" y="1109980"/>
                    <a:pt x="1572260" y="1109980"/>
                  </a:cubicBezTo>
                  <a:cubicBezTo>
                    <a:pt x="1572260" y="1109980"/>
                    <a:pt x="1570990" y="1104900"/>
                    <a:pt x="1570990" y="1102360"/>
                  </a:cubicBezTo>
                  <a:cubicBezTo>
                    <a:pt x="1570990" y="1099820"/>
                    <a:pt x="1569720" y="1094740"/>
                    <a:pt x="1569720" y="1094740"/>
                  </a:cubicBezTo>
                  <a:cubicBezTo>
                    <a:pt x="1569720" y="1094740"/>
                    <a:pt x="1569720" y="1089660"/>
                    <a:pt x="1569720" y="1087120"/>
                  </a:cubicBezTo>
                  <a:cubicBezTo>
                    <a:pt x="1569720" y="1084580"/>
                    <a:pt x="1570990" y="1079500"/>
                    <a:pt x="1570990" y="1079500"/>
                  </a:cubicBezTo>
                  <a:cubicBezTo>
                    <a:pt x="1570990" y="1079500"/>
                    <a:pt x="1572260" y="1074420"/>
                    <a:pt x="1572260" y="1071880"/>
                  </a:cubicBezTo>
                  <a:cubicBezTo>
                    <a:pt x="1573530" y="1069340"/>
                    <a:pt x="1574800" y="1064260"/>
                    <a:pt x="1574800" y="1064260"/>
                  </a:cubicBezTo>
                  <a:cubicBezTo>
                    <a:pt x="1574800" y="1064260"/>
                    <a:pt x="1577340" y="1059180"/>
                    <a:pt x="1578610" y="1057910"/>
                  </a:cubicBezTo>
                  <a:cubicBezTo>
                    <a:pt x="1579880" y="1055370"/>
                    <a:pt x="1582420" y="1050290"/>
                    <a:pt x="1583690" y="1050290"/>
                  </a:cubicBezTo>
                  <a:cubicBezTo>
                    <a:pt x="1583690" y="1050290"/>
                    <a:pt x="1586230" y="1047750"/>
                    <a:pt x="1588770" y="1045210"/>
                  </a:cubicBezTo>
                  <a:cubicBezTo>
                    <a:pt x="1590040" y="1043940"/>
                    <a:pt x="1593850" y="1040130"/>
                    <a:pt x="1593850" y="1040130"/>
                  </a:cubicBezTo>
                  <a:cubicBezTo>
                    <a:pt x="1593850" y="1040130"/>
                    <a:pt x="1598930" y="1037590"/>
                    <a:pt x="1601470" y="1035050"/>
                  </a:cubicBezTo>
                  <a:cubicBezTo>
                    <a:pt x="1602740" y="1033780"/>
                    <a:pt x="1607820" y="1031240"/>
                    <a:pt x="1607820" y="1031240"/>
                  </a:cubicBezTo>
                  <a:cubicBezTo>
                    <a:pt x="1607820" y="1031240"/>
                    <a:pt x="1612900" y="1029970"/>
                    <a:pt x="1615440" y="1028700"/>
                  </a:cubicBezTo>
                  <a:cubicBezTo>
                    <a:pt x="1617980" y="1028700"/>
                    <a:pt x="1623060" y="1027430"/>
                    <a:pt x="1623060" y="1027430"/>
                  </a:cubicBezTo>
                  <a:cubicBezTo>
                    <a:pt x="1623060" y="1027430"/>
                    <a:pt x="1628140" y="1026160"/>
                    <a:pt x="1630680" y="1026160"/>
                  </a:cubicBezTo>
                  <a:cubicBezTo>
                    <a:pt x="1633220" y="1026160"/>
                    <a:pt x="1638300" y="1026160"/>
                    <a:pt x="1638300" y="1026160"/>
                  </a:cubicBezTo>
                  <a:cubicBezTo>
                    <a:pt x="1638300" y="1026160"/>
                    <a:pt x="1647190" y="1029970"/>
                    <a:pt x="1652270" y="1027430"/>
                  </a:cubicBezTo>
                  <a:cubicBezTo>
                    <a:pt x="1663700" y="1021080"/>
                    <a:pt x="1692910" y="972820"/>
                    <a:pt x="1684020" y="956310"/>
                  </a:cubicBezTo>
                  <a:cubicBezTo>
                    <a:pt x="1673860" y="933450"/>
                    <a:pt x="1595120" y="934720"/>
                    <a:pt x="1553210" y="922020"/>
                  </a:cubicBezTo>
                  <a:cubicBezTo>
                    <a:pt x="1511300" y="908050"/>
                    <a:pt x="1470660" y="887730"/>
                    <a:pt x="1432560" y="877570"/>
                  </a:cubicBezTo>
                  <a:cubicBezTo>
                    <a:pt x="1398270" y="867410"/>
                    <a:pt x="1336040" y="855980"/>
                    <a:pt x="1334770" y="855980"/>
                  </a:cubicBezTo>
                  <a:cubicBezTo>
                    <a:pt x="1334770" y="855980"/>
                    <a:pt x="1330960" y="854710"/>
                    <a:pt x="1328420" y="854710"/>
                  </a:cubicBezTo>
                  <a:cubicBezTo>
                    <a:pt x="1325880" y="854710"/>
                    <a:pt x="1320800" y="853440"/>
                    <a:pt x="1320800" y="853440"/>
                  </a:cubicBezTo>
                  <a:cubicBezTo>
                    <a:pt x="1320800" y="853440"/>
                    <a:pt x="1315720" y="850900"/>
                    <a:pt x="1313180" y="850900"/>
                  </a:cubicBezTo>
                  <a:cubicBezTo>
                    <a:pt x="1311910" y="849630"/>
                    <a:pt x="1306830" y="847090"/>
                    <a:pt x="1306830" y="847090"/>
                  </a:cubicBezTo>
                  <a:cubicBezTo>
                    <a:pt x="1306830" y="847090"/>
                    <a:pt x="1303020" y="844550"/>
                    <a:pt x="1300480" y="843280"/>
                  </a:cubicBezTo>
                  <a:cubicBezTo>
                    <a:pt x="1299210" y="842010"/>
                    <a:pt x="1295400" y="838200"/>
                    <a:pt x="1295400" y="838200"/>
                  </a:cubicBezTo>
                  <a:cubicBezTo>
                    <a:pt x="1295400" y="838200"/>
                    <a:pt x="1291590" y="834390"/>
                    <a:pt x="1290320" y="833120"/>
                  </a:cubicBezTo>
                  <a:cubicBezTo>
                    <a:pt x="1289050" y="830580"/>
                    <a:pt x="1286510" y="826770"/>
                    <a:pt x="1285240" y="826770"/>
                  </a:cubicBezTo>
                  <a:cubicBezTo>
                    <a:pt x="1285240" y="826770"/>
                    <a:pt x="1283970" y="822960"/>
                    <a:pt x="1282700" y="820420"/>
                  </a:cubicBezTo>
                  <a:cubicBezTo>
                    <a:pt x="1281430" y="817880"/>
                    <a:pt x="1280160" y="814070"/>
                    <a:pt x="1280160" y="812800"/>
                  </a:cubicBezTo>
                  <a:cubicBezTo>
                    <a:pt x="1280160" y="812800"/>
                    <a:pt x="1278890" y="808990"/>
                    <a:pt x="1277620" y="806450"/>
                  </a:cubicBezTo>
                  <a:cubicBezTo>
                    <a:pt x="1277620" y="803910"/>
                    <a:pt x="1276350" y="798830"/>
                    <a:pt x="1276350" y="798830"/>
                  </a:cubicBezTo>
                  <a:cubicBezTo>
                    <a:pt x="1276350" y="798830"/>
                    <a:pt x="1276350" y="793750"/>
                    <a:pt x="1277620" y="791210"/>
                  </a:cubicBezTo>
                  <a:cubicBezTo>
                    <a:pt x="1277620" y="788670"/>
                    <a:pt x="1277620" y="783590"/>
                    <a:pt x="1277620" y="783590"/>
                  </a:cubicBezTo>
                  <a:cubicBezTo>
                    <a:pt x="1277620" y="783590"/>
                    <a:pt x="1278890" y="779780"/>
                    <a:pt x="1280160" y="777240"/>
                  </a:cubicBezTo>
                  <a:cubicBezTo>
                    <a:pt x="1280160" y="774700"/>
                    <a:pt x="1281430" y="769620"/>
                    <a:pt x="1281430" y="769620"/>
                  </a:cubicBezTo>
                  <a:cubicBezTo>
                    <a:pt x="1281430" y="769620"/>
                    <a:pt x="1282700" y="768350"/>
                    <a:pt x="1282700" y="768350"/>
                  </a:cubicBezTo>
                  <a:cubicBezTo>
                    <a:pt x="1281430" y="765810"/>
                    <a:pt x="1262380" y="762000"/>
                    <a:pt x="1245870" y="755650"/>
                  </a:cubicBezTo>
                  <a:cubicBezTo>
                    <a:pt x="1206500" y="742950"/>
                    <a:pt x="1109980" y="709930"/>
                    <a:pt x="1052830" y="690880"/>
                  </a:cubicBezTo>
                  <a:cubicBezTo>
                    <a:pt x="1008380" y="675640"/>
                    <a:pt x="966470" y="660400"/>
                    <a:pt x="929640" y="650240"/>
                  </a:cubicBezTo>
                  <a:cubicBezTo>
                    <a:pt x="901700" y="643890"/>
                    <a:pt x="876300" y="646430"/>
                    <a:pt x="854710" y="636270"/>
                  </a:cubicBezTo>
                  <a:cubicBezTo>
                    <a:pt x="835660" y="628650"/>
                    <a:pt x="814070" y="604520"/>
                    <a:pt x="806450" y="600710"/>
                  </a:cubicBezTo>
                  <a:cubicBezTo>
                    <a:pt x="803910" y="600710"/>
                    <a:pt x="801370" y="600710"/>
                    <a:pt x="800100" y="600710"/>
                  </a:cubicBezTo>
                  <a:cubicBezTo>
                    <a:pt x="800100" y="600710"/>
                    <a:pt x="796290" y="598170"/>
                    <a:pt x="795020" y="595630"/>
                  </a:cubicBezTo>
                  <a:cubicBezTo>
                    <a:pt x="792480" y="594360"/>
                    <a:pt x="788670" y="591820"/>
                    <a:pt x="788670" y="590550"/>
                  </a:cubicBezTo>
                  <a:cubicBezTo>
                    <a:pt x="788670" y="590550"/>
                    <a:pt x="784860" y="586740"/>
                    <a:pt x="783590" y="585470"/>
                  </a:cubicBezTo>
                  <a:cubicBezTo>
                    <a:pt x="782320" y="582930"/>
                    <a:pt x="779780" y="579120"/>
                    <a:pt x="779780" y="579120"/>
                  </a:cubicBezTo>
                  <a:cubicBezTo>
                    <a:pt x="778510" y="579120"/>
                    <a:pt x="777240" y="574040"/>
                    <a:pt x="775970" y="571500"/>
                  </a:cubicBezTo>
                  <a:cubicBezTo>
                    <a:pt x="774700" y="568960"/>
                    <a:pt x="773430" y="565150"/>
                    <a:pt x="773430" y="565150"/>
                  </a:cubicBezTo>
                  <a:cubicBezTo>
                    <a:pt x="773430" y="565150"/>
                    <a:pt x="772160" y="560070"/>
                    <a:pt x="772160" y="557530"/>
                  </a:cubicBezTo>
                  <a:cubicBezTo>
                    <a:pt x="770890" y="554990"/>
                    <a:pt x="770890" y="549910"/>
                    <a:pt x="770890" y="549910"/>
                  </a:cubicBezTo>
                  <a:cubicBezTo>
                    <a:pt x="770890" y="548640"/>
                    <a:pt x="770890" y="544830"/>
                    <a:pt x="770890" y="542290"/>
                  </a:cubicBezTo>
                  <a:cubicBezTo>
                    <a:pt x="770890" y="538480"/>
                    <a:pt x="772160" y="534670"/>
                    <a:pt x="772160" y="533400"/>
                  </a:cubicBezTo>
                  <a:cubicBezTo>
                    <a:pt x="772160" y="533400"/>
                    <a:pt x="773430" y="529590"/>
                    <a:pt x="773430" y="527050"/>
                  </a:cubicBezTo>
                  <a:cubicBezTo>
                    <a:pt x="774700" y="524510"/>
                    <a:pt x="775970" y="519430"/>
                    <a:pt x="775970" y="519430"/>
                  </a:cubicBezTo>
                  <a:cubicBezTo>
                    <a:pt x="775970" y="519430"/>
                    <a:pt x="778510" y="514350"/>
                    <a:pt x="781050" y="513080"/>
                  </a:cubicBezTo>
                  <a:cubicBezTo>
                    <a:pt x="782320" y="510540"/>
                    <a:pt x="784860" y="506730"/>
                    <a:pt x="784860" y="505460"/>
                  </a:cubicBezTo>
                  <a:cubicBezTo>
                    <a:pt x="784860" y="505460"/>
                    <a:pt x="788670" y="502920"/>
                    <a:pt x="789940" y="500380"/>
                  </a:cubicBezTo>
                  <a:cubicBezTo>
                    <a:pt x="792480" y="499110"/>
                    <a:pt x="795020" y="495300"/>
                    <a:pt x="796290" y="495300"/>
                  </a:cubicBezTo>
                  <a:cubicBezTo>
                    <a:pt x="796290" y="495300"/>
                    <a:pt x="800100" y="492760"/>
                    <a:pt x="802640" y="491490"/>
                  </a:cubicBezTo>
                  <a:cubicBezTo>
                    <a:pt x="805180" y="490220"/>
                    <a:pt x="808990" y="487680"/>
                    <a:pt x="808990" y="487680"/>
                  </a:cubicBezTo>
                  <a:cubicBezTo>
                    <a:pt x="808990" y="487680"/>
                    <a:pt x="814070" y="486410"/>
                    <a:pt x="816610" y="485140"/>
                  </a:cubicBezTo>
                  <a:cubicBezTo>
                    <a:pt x="819150" y="485140"/>
                    <a:pt x="824230" y="482600"/>
                    <a:pt x="824230" y="482600"/>
                  </a:cubicBezTo>
                  <a:cubicBezTo>
                    <a:pt x="824230" y="482600"/>
                    <a:pt x="829310" y="482600"/>
                    <a:pt x="831850" y="482600"/>
                  </a:cubicBezTo>
                  <a:cubicBezTo>
                    <a:pt x="834390" y="482600"/>
                    <a:pt x="839470" y="482600"/>
                    <a:pt x="839470" y="482600"/>
                  </a:cubicBezTo>
                  <a:cubicBezTo>
                    <a:pt x="839470" y="482600"/>
                    <a:pt x="844550" y="483870"/>
                    <a:pt x="847090" y="483870"/>
                  </a:cubicBezTo>
                  <a:cubicBezTo>
                    <a:pt x="849630" y="483870"/>
                    <a:pt x="854710" y="485140"/>
                    <a:pt x="854710" y="485140"/>
                  </a:cubicBezTo>
                  <a:cubicBezTo>
                    <a:pt x="854710" y="485140"/>
                    <a:pt x="859790" y="487680"/>
                    <a:pt x="861060" y="488950"/>
                  </a:cubicBezTo>
                  <a:cubicBezTo>
                    <a:pt x="863600" y="490220"/>
                    <a:pt x="868680" y="491490"/>
                    <a:pt x="868680" y="491490"/>
                  </a:cubicBezTo>
                  <a:cubicBezTo>
                    <a:pt x="868680" y="491490"/>
                    <a:pt x="956310" y="486410"/>
                    <a:pt x="1002030" y="488950"/>
                  </a:cubicBezTo>
                  <a:cubicBezTo>
                    <a:pt x="1052830" y="491490"/>
                    <a:pt x="1102360" y="500380"/>
                    <a:pt x="1158240" y="510540"/>
                  </a:cubicBezTo>
                  <a:cubicBezTo>
                    <a:pt x="1223010" y="523240"/>
                    <a:pt x="1299210" y="547370"/>
                    <a:pt x="1367790" y="562610"/>
                  </a:cubicBezTo>
                  <a:cubicBezTo>
                    <a:pt x="1432560" y="576580"/>
                    <a:pt x="1504950" y="585470"/>
                    <a:pt x="1559560" y="598170"/>
                  </a:cubicBezTo>
                  <a:cubicBezTo>
                    <a:pt x="1602740" y="608330"/>
                    <a:pt x="1662430" y="637540"/>
                    <a:pt x="1671320" y="631190"/>
                  </a:cubicBezTo>
                  <a:cubicBezTo>
                    <a:pt x="1675130" y="628650"/>
                    <a:pt x="1671320" y="624840"/>
                    <a:pt x="1672590" y="618490"/>
                  </a:cubicBezTo>
                  <a:cubicBezTo>
                    <a:pt x="1672590" y="598170"/>
                    <a:pt x="1672590" y="516890"/>
                    <a:pt x="1684020" y="492760"/>
                  </a:cubicBezTo>
                  <a:cubicBezTo>
                    <a:pt x="1689100" y="480060"/>
                    <a:pt x="1706880" y="478790"/>
                    <a:pt x="1704340" y="469900"/>
                  </a:cubicBezTo>
                  <a:cubicBezTo>
                    <a:pt x="1699260" y="447040"/>
                    <a:pt x="1558290" y="416560"/>
                    <a:pt x="1484630" y="388620"/>
                  </a:cubicBezTo>
                  <a:cubicBezTo>
                    <a:pt x="1410970" y="360680"/>
                    <a:pt x="1334770" y="330200"/>
                    <a:pt x="1262380" y="303530"/>
                  </a:cubicBezTo>
                  <a:cubicBezTo>
                    <a:pt x="1193800" y="278130"/>
                    <a:pt x="1122680" y="252730"/>
                    <a:pt x="1060450" y="229870"/>
                  </a:cubicBezTo>
                  <a:cubicBezTo>
                    <a:pt x="1005840" y="210820"/>
                    <a:pt x="908050" y="175260"/>
                    <a:pt x="906780" y="175260"/>
                  </a:cubicBezTo>
                  <a:cubicBezTo>
                    <a:pt x="906780" y="175260"/>
                    <a:pt x="902970" y="173990"/>
                    <a:pt x="900430" y="172720"/>
                  </a:cubicBezTo>
                  <a:cubicBezTo>
                    <a:pt x="897890" y="172720"/>
                    <a:pt x="892810" y="170180"/>
                    <a:pt x="892810" y="170180"/>
                  </a:cubicBezTo>
                  <a:cubicBezTo>
                    <a:pt x="892810" y="170180"/>
                    <a:pt x="889000" y="167640"/>
                    <a:pt x="886460" y="166370"/>
                  </a:cubicBezTo>
                  <a:cubicBezTo>
                    <a:pt x="885190" y="165100"/>
                    <a:pt x="880110" y="162560"/>
                    <a:pt x="880110" y="162560"/>
                  </a:cubicBezTo>
                  <a:cubicBezTo>
                    <a:pt x="880110" y="162560"/>
                    <a:pt x="877570" y="158750"/>
                    <a:pt x="875030" y="157480"/>
                  </a:cubicBezTo>
                  <a:cubicBezTo>
                    <a:pt x="873760" y="154940"/>
                    <a:pt x="869950" y="151130"/>
                    <a:pt x="869950" y="151130"/>
                  </a:cubicBezTo>
                  <a:cubicBezTo>
                    <a:pt x="869950" y="151130"/>
                    <a:pt x="867410" y="147320"/>
                    <a:pt x="866140" y="144780"/>
                  </a:cubicBezTo>
                  <a:cubicBezTo>
                    <a:pt x="866140" y="142240"/>
                    <a:pt x="863600" y="138430"/>
                    <a:pt x="863600" y="138430"/>
                  </a:cubicBezTo>
                  <a:cubicBezTo>
                    <a:pt x="863600" y="138430"/>
                    <a:pt x="862330" y="133350"/>
                    <a:pt x="861060" y="130810"/>
                  </a:cubicBezTo>
                  <a:cubicBezTo>
                    <a:pt x="861060" y="128270"/>
                    <a:pt x="858520" y="124460"/>
                    <a:pt x="858520" y="124460"/>
                  </a:cubicBezTo>
                  <a:cubicBezTo>
                    <a:pt x="858520" y="124460"/>
                    <a:pt x="858520" y="119380"/>
                    <a:pt x="858520" y="116840"/>
                  </a:cubicBezTo>
                  <a:cubicBezTo>
                    <a:pt x="858520" y="114300"/>
                    <a:pt x="858520" y="109220"/>
                    <a:pt x="858520" y="109220"/>
                  </a:cubicBezTo>
                  <a:cubicBezTo>
                    <a:pt x="858520" y="109220"/>
                    <a:pt x="859790" y="104140"/>
                    <a:pt x="859790" y="101600"/>
                  </a:cubicBezTo>
                  <a:cubicBezTo>
                    <a:pt x="861060" y="99060"/>
                    <a:pt x="862330" y="93980"/>
                    <a:pt x="862330" y="93980"/>
                  </a:cubicBezTo>
                  <a:cubicBezTo>
                    <a:pt x="862330" y="93980"/>
                    <a:pt x="863600" y="90170"/>
                    <a:pt x="864870" y="87630"/>
                  </a:cubicBezTo>
                  <a:cubicBezTo>
                    <a:pt x="866140" y="85090"/>
                    <a:pt x="868680" y="81280"/>
                    <a:pt x="868680" y="81280"/>
                  </a:cubicBezTo>
                  <a:cubicBezTo>
                    <a:pt x="868680" y="81280"/>
                    <a:pt x="871220" y="77470"/>
                    <a:pt x="873760" y="74930"/>
                  </a:cubicBezTo>
                  <a:cubicBezTo>
                    <a:pt x="875030" y="73660"/>
                    <a:pt x="877570" y="69850"/>
                    <a:pt x="877570" y="69850"/>
                  </a:cubicBezTo>
                  <a:cubicBezTo>
                    <a:pt x="877570" y="69850"/>
                    <a:pt x="882650" y="66040"/>
                    <a:pt x="883920" y="64770"/>
                  </a:cubicBezTo>
                  <a:cubicBezTo>
                    <a:pt x="886460" y="63500"/>
                    <a:pt x="890270" y="60960"/>
                    <a:pt x="890270" y="60960"/>
                  </a:cubicBezTo>
                  <a:cubicBezTo>
                    <a:pt x="890270" y="60960"/>
                    <a:pt x="894080" y="58420"/>
                    <a:pt x="896620" y="58420"/>
                  </a:cubicBezTo>
                  <a:cubicBezTo>
                    <a:pt x="899160" y="57150"/>
                    <a:pt x="904240" y="54610"/>
                    <a:pt x="904240" y="54610"/>
                  </a:cubicBezTo>
                  <a:cubicBezTo>
                    <a:pt x="904240" y="54610"/>
                    <a:pt x="909320" y="54610"/>
                    <a:pt x="911860" y="54610"/>
                  </a:cubicBezTo>
                  <a:cubicBezTo>
                    <a:pt x="913130" y="53340"/>
                    <a:pt x="918210" y="53340"/>
                    <a:pt x="918210" y="53340"/>
                  </a:cubicBezTo>
                  <a:cubicBezTo>
                    <a:pt x="918210" y="53340"/>
                    <a:pt x="923290" y="53340"/>
                    <a:pt x="925830" y="53340"/>
                  </a:cubicBezTo>
                  <a:cubicBezTo>
                    <a:pt x="928370" y="53340"/>
                    <a:pt x="933450" y="54610"/>
                    <a:pt x="933450" y="54610"/>
                  </a:cubicBezTo>
                  <a:cubicBezTo>
                    <a:pt x="933450" y="54610"/>
                    <a:pt x="957580" y="63500"/>
                    <a:pt x="972820" y="67310"/>
                  </a:cubicBezTo>
                  <a:cubicBezTo>
                    <a:pt x="990600" y="72390"/>
                    <a:pt x="1008380" y="76200"/>
                    <a:pt x="1033780" y="82550"/>
                  </a:cubicBezTo>
                  <a:cubicBezTo>
                    <a:pt x="1073150" y="92710"/>
                    <a:pt x="1131570" y="107950"/>
                    <a:pt x="1187450" y="123190"/>
                  </a:cubicBezTo>
                  <a:cubicBezTo>
                    <a:pt x="1257300" y="140970"/>
                    <a:pt x="1342390" y="161290"/>
                    <a:pt x="1421130" y="185420"/>
                  </a:cubicBezTo>
                  <a:cubicBezTo>
                    <a:pt x="1504950" y="209550"/>
                    <a:pt x="1590040" y="237490"/>
                    <a:pt x="1675130" y="266700"/>
                  </a:cubicBezTo>
                  <a:cubicBezTo>
                    <a:pt x="1765300" y="297180"/>
                    <a:pt x="1873250" y="335280"/>
                    <a:pt x="1948180" y="361950"/>
                  </a:cubicBezTo>
                  <a:cubicBezTo>
                    <a:pt x="2000250" y="381000"/>
                    <a:pt x="2057400" y="420370"/>
                    <a:pt x="2080260" y="412750"/>
                  </a:cubicBezTo>
                  <a:cubicBezTo>
                    <a:pt x="2091690" y="408940"/>
                    <a:pt x="2089150" y="396240"/>
                    <a:pt x="2098040" y="381000"/>
                  </a:cubicBezTo>
                  <a:cubicBezTo>
                    <a:pt x="2117090" y="346710"/>
                    <a:pt x="2159000" y="260350"/>
                    <a:pt x="2199640" y="205740"/>
                  </a:cubicBezTo>
                  <a:cubicBezTo>
                    <a:pt x="2241550" y="151130"/>
                    <a:pt x="2344420" y="55880"/>
                    <a:pt x="2344420" y="54610"/>
                  </a:cubicBezTo>
                  <a:cubicBezTo>
                    <a:pt x="2344420" y="54610"/>
                    <a:pt x="2345690" y="49530"/>
                    <a:pt x="2346960" y="46990"/>
                  </a:cubicBezTo>
                  <a:cubicBezTo>
                    <a:pt x="2348230" y="44450"/>
                    <a:pt x="2349500" y="39370"/>
                    <a:pt x="2349500" y="39370"/>
                  </a:cubicBezTo>
                  <a:cubicBezTo>
                    <a:pt x="2349500" y="39370"/>
                    <a:pt x="2352040" y="35560"/>
                    <a:pt x="2353310" y="33020"/>
                  </a:cubicBezTo>
                  <a:cubicBezTo>
                    <a:pt x="2354580" y="30480"/>
                    <a:pt x="2357120" y="26670"/>
                    <a:pt x="2357120" y="25400"/>
                  </a:cubicBezTo>
                  <a:cubicBezTo>
                    <a:pt x="2357120" y="25400"/>
                    <a:pt x="2360930" y="21590"/>
                    <a:pt x="2362200" y="20320"/>
                  </a:cubicBezTo>
                  <a:cubicBezTo>
                    <a:pt x="2364740" y="19050"/>
                    <a:pt x="2368550" y="15240"/>
                    <a:pt x="2368550" y="15240"/>
                  </a:cubicBezTo>
                  <a:cubicBezTo>
                    <a:pt x="2368550" y="13970"/>
                    <a:pt x="2372360" y="11430"/>
                    <a:pt x="2374900" y="10160"/>
                  </a:cubicBezTo>
                  <a:cubicBezTo>
                    <a:pt x="2377440" y="8890"/>
                    <a:pt x="2381250" y="6350"/>
                    <a:pt x="2381250" y="6350"/>
                  </a:cubicBezTo>
                  <a:cubicBezTo>
                    <a:pt x="2382520" y="6350"/>
                    <a:pt x="2386330" y="5080"/>
                    <a:pt x="2388870" y="3810"/>
                  </a:cubicBezTo>
                  <a:cubicBezTo>
                    <a:pt x="2391410" y="2540"/>
                    <a:pt x="2396490" y="1270"/>
                    <a:pt x="2396490" y="1270"/>
                  </a:cubicBezTo>
                  <a:cubicBezTo>
                    <a:pt x="2396490" y="1270"/>
                    <a:pt x="2401570" y="1270"/>
                    <a:pt x="2405380" y="1270"/>
                  </a:cubicBezTo>
                  <a:cubicBezTo>
                    <a:pt x="2407920" y="1270"/>
                    <a:pt x="2413000" y="0"/>
                    <a:pt x="2413000" y="0"/>
                  </a:cubicBezTo>
                  <a:cubicBezTo>
                    <a:pt x="2413000" y="0"/>
                    <a:pt x="2418080" y="1270"/>
                    <a:pt x="2420620" y="1270"/>
                  </a:cubicBezTo>
                  <a:cubicBezTo>
                    <a:pt x="2423160" y="2540"/>
                    <a:pt x="2428240" y="2540"/>
                    <a:pt x="2428240" y="2540"/>
                  </a:cubicBezTo>
                  <a:cubicBezTo>
                    <a:pt x="2428240" y="2540"/>
                    <a:pt x="2433320" y="5080"/>
                    <a:pt x="2435860" y="6350"/>
                  </a:cubicBezTo>
                  <a:cubicBezTo>
                    <a:pt x="2438400" y="7620"/>
                    <a:pt x="2442210" y="8890"/>
                    <a:pt x="2443480" y="8890"/>
                  </a:cubicBezTo>
                  <a:cubicBezTo>
                    <a:pt x="2443480" y="10160"/>
                    <a:pt x="2447290" y="12700"/>
                    <a:pt x="2448560" y="13970"/>
                  </a:cubicBezTo>
                  <a:cubicBezTo>
                    <a:pt x="2451100" y="16510"/>
                    <a:pt x="2454910" y="19050"/>
                    <a:pt x="2454910" y="19050"/>
                  </a:cubicBezTo>
                  <a:cubicBezTo>
                    <a:pt x="2454910" y="19050"/>
                    <a:pt x="2458720" y="22860"/>
                    <a:pt x="2459990" y="25400"/>
                  </a:cubicBezTo>
                  <a:cubicBezTo>
                    <a:pt x="2462530" y="27940"/>
                    <a:pt x="2465070" y="31750"/>
                    <a:pt x="2465070" y="31750"/>
                  </a:cubicBezTo>
                  <a:cubicBezTo>
                    <a:pt x="2465070" y="31750"/>
                    <a:pt x="2467610" y="36830"/>
                    <a:pt x="2468880" y="39370"/>
                  </a:cubicBezTo>
                  <a:cubicBezTo>
                    <a:pt x="2470150" y="40640"/>
                    <a:pt x="2471420" y="45720"/>
                    <a:pt x="2471420" y="45720"/>
                  </a:cubicBezTo>
                  <a:cubicBezTo>
                    <a:pt x="2471420" y="45720"/>
                    <a:pt x="2472690" y="50800"/>
                    <a:pt x="2473960" y="53340"/>
                  </a:cubicBezTo>
                  <a:cubicBezTo>
                    <a:pt x="2473960" y="55880"/>
                    <a:pt x="2475230" y="60960"/>
                    <a:pt x="2475230" y="60960"/>
                  </a:cubicBezTo>
                  <a:cubicBezTo>
                    <a:pt x="2475230" y="62230"/>
                    <a:pt x="2475230" y="67310"/>
                    <a:pt x="2473960" y="69850"/>
                  </a:cubicBezTo>
                  <a:cubicBezTo>
                    <a:pt x="2473960" y="72390"/>
                    <a:pt x="2473960" y="77470"/>
                    <a:pt x="2473960" y="77470"/>
                  </a:cubicBezTo>
                  <a:cubicBezTo>
                    <a:pt x="2473960" y="77470"/>
                    <a:pt x="2465070" y="113030"/>
                    <a:pt x="2459990" y="133350"/>
                  </a:cubicBezTo>
                  <a:cubicBezTo>
                    <a:pt x="2453640" y="157480"/>
                    <a:pt x="2444750" y="189230"/>
                    <a:pt x="2438400" y="213360"/>
                  </a:cubicBezTo>
                  <a:cubicBezTo>
                    <a:pt x="2432050" y="232410"/>
                    <a:pt x="2420620" y="262890"/>
                    <a:pt x="2423160" y="265430"/>
                  </a:cubicBezTo>
                  <a:cubicBezTo>
                    <a:pt x="2423160" y="265430"/>
                    <a:pt x="2424430" y="265430"/>
                    <a:pt x="2424430" y="265430"/>
                  </a:cubicBezTo>
                  <a:cubicBezTo>
                    <a:pt x="2424430" y="265430"/>
                    <a:pt x="2429510" y="267970"/>
                    <a:pt x="2430780" y="269240"/>
                  </a:cubicBezTo>
                  <a:cubicBezTo>
                    <a:pt x="2433320" y="270510"/>
                    <a:pt x="2438400" y="271780"/>
                    <a:pt x="2438400" y="271780"/>
                  </a:cubicBezTo>
                  <a:cubicBezTo>
                    <a:pt x="2438400" y="271780"/>
                    <a:pt x="2442210" y="275590"/>
                    <a:pt x="2444750" y="276860"/>
                  </a:cubicBezTo>
                  <a:cubicBezTo>
                    <a:pt x="2447290" y="278130"/>
                    <a:pt x="2451100" y="280670"/>
                    <a:pt x="2451100" y="280670"/>
                  </a:cubicBezTo>
                  <a:cubicBezTo>
                    <a:pt x="2451100" y="281940"/>
                    <a:pt x="2453640" y="285750"/>
                    <a:pt x="2456180" y="287020"/>
                  </a:cubicBezTo>
                  <a:cubicBezTo>
                    <a:pt x="2457450" y="289560"/>
                    <a:pt x="2461260" y="293370"/>
                    <a:pt x="2461260" y="293370"/>
                  </a:cubicBezTo>
                  <a:cubicBezTo>
                    <a:pt x="2461260" y="293370"/>
                    <a:pt x="2462530" y="298450"/>
                    <a:pt x="2463800" y="300990"/>
                  </a:cubicBezTo>
                  <a:cubicBezTo>
                    <a:pt x="2465070" y="302260"/>
                    <a:pt x="2467610" y="307340"/>
                    <a:pt x="2467610" y="307340"/>
                  </a:cubicBezTo>
                  <a:cubicBezTo>
                    <a:pt x="2467610" y="307340"/>
                    <a:pt x="2468880" y="312420"/>
                    <a:pt x="2468880" y="314960"/>
                  </a:cubicBezTo>
                  <a:cubicBezTo>
                    <a:pt x="2470150" y="317500"/>
                    <a:pt x="2470150" y="322580"/>
                    <a:pt x="2470150" y="322580"/>
                  </a:cubicBezTo>
                  <a:cubicBezTo>
                    <a:pt x="2470150" y="322580"/>
                    <a:pt x="2470150" y="327660"/>
                    <a:pt x="2470150" y="330200"/>
                  </a:cubicBezTo>
                  <a:cubicBezTo>
                    <a:pt x="2470150" y="332740"/>
                    <a:pt x="2470150" y="337820"/>
                    <a:pt x="2470150" y="337820"/>
                  </a:cubicBezTo>
                  <a:cubicBezTo>
                    <a:pt x="2470150" y="337820"/>
                    <a:pt x="2468880" y="342900"/>
                    <a:pt x="2467610" y="345440"/>
                  </a:cubicBezTo>
                  <a:cubicBezTo>
                    <a:pt x="2467610" y="347980"/>
                    <a:pt x="2465070" y="353060"/>
                    <a:pt x="2465070" y="353060"/>
                  </a:cubicBezTo>
                  <a:cubicBezTo>
                    <a:pt x="2465070" y="353060"/>
                    <a:pt x="2444750" y="389890"/>
                    <a:pt x="2433320" y="408940"/>
                  </a:cubicBezTo>
                  <a:cubicBezTo>
                    <a:pt x="2419350" y="429260"/>
                    <a:pt x="2402840" y="452120"/>
                    <a:pt x="2390140" y="472440"/>
                  </a:cubicBezTo>
                  <a:cubicBezTo>
                    <a:pt x="2378710" y="491490"/>
                    <a:pt x="2357120" y="513080"/>
                    <a:pt x="2360930" y="527050"/>
                  </a:cubicBezTo>
                  <a:cubicBezTo>
                    <a:pt x="2367280" y="541020"/>
                    <a:pt x="2400300" y="541020"/>
                    <a:pt x="2428240" y="554990"/>
                  </a:cubicBezTo>
                  <a:cubicBezTo>
                    <a:pt x="2480310" y="580390"/>
                    <a:pt x="2621280" y="640080"/>
                    <a:pt x="2640330" y="673100"/>
                  </a:cubicBezTo>
                  <a:cubicBezTo>
                    <a:pt x="2646680" y="685800"/>
                    <a:pt x="2632710" y="702310"/>
                    <a:pt x="2637790" y="709930"/>
                  </a:cubicBezTo>
                  <a:cubicBezTo>
                    <a:pt x="2641600" y="717550"/>
                    <a:pt x="2651760" y="717550"/>
                    <a:pt x="2663190" y="722630"/>
                  </a:cubicBezTo>
                  <a:cubicBezTo>
                    <a:pt x="2680970" y="728980"/>
                    <a:pt x="2720340" y="740410"/>
                    <a:pt x="2736850" y="748030"/>
                  </a:cubicBezTo>
                  <a:cubicBezTo>
                    <a:pt x="2745740" y="753110"/>
                    <a:pt x="2750820" y="756920"/>
                    <a:pt x="2755900" y="759460"/>
                  </a:cubicBezTo>
                  <a:cubicBezTo>
                    <a:pt x="2758440" y="762000"/>
                    <a:pt x="2759710" y="762000"/>
                    <a:pt x="2762250" y="763270"/>
                  </a:cubicBezTo>
                  <a:cubicBezTo>
                    <a:pt x="2763520" y="764540"/>
                    <a:pt x="2768600" y="767080"/>
                    <a:pt x="2768600" y="767080"/>
                  </a:cubicBezTo>
                  <a:cubicBezTo>
                    <a:pt x="2768600" y="767080"/>
                    <a:pt x="2772410" y="770890"/>
                    <a:pt x="2773680" y="772160"/>
                  </a:cubicBezTo>
                  <a:cubicBezTo>
                    <a:pt x="2776220" y="773430"/>
                    <a:pt x="2778760" y="777240"/>
                    <a:pt x="2778760" y="777240"/>
                  </a:cubicBezTo>
                  <a:cubicBezTo>
                    <a:pt x="2780030" y="777240"/>
                    <a:pt x="2782570" y="781050"/>
                    <a:pt x="2783840" y="783590"/>
                  </a:cubicBezTo>
                  <a:cubicBezTo>
                    <a:pt x="2785110" y="784860"/>
                    <a:pt x="2787650" y="788670"/>
                    <a:pt x="2787650" y="789940"/>
                  </a:cubicBezTo>
                  <a:cubicBezTo>
                    <a:pt x="2787650" y="789940"/>
                    <a:pt x="2788920" y="793750"/>
                    <a:pt x="2790190" y="796290"/>
                  </a:cubicBezTo>
                  <a:cubicBezTo>
                    <a:pt x="2791460" y="798830"/>
                    <a:pt x="2792730" y="802640"/>
                    <a:pt x="2792730" y="803910"/>
                  </a:cubicBezTo>
                  <a:cubicBezTo>
                    <a:pt x="2792730" y="803910"/>
                    <a:pt x="2792730" y="807720"/>
                    <a:pt x="2794000" y="810260"/>
                  </a:cubicBezTo>
                  <a:cubicBezTo>
                    <a:pt x="2794000" y="812800"/>
                    <a:pt x="2794000" y="817880"/>
                    <a:pt x="2794000" y="817880"/>
                  </a:cubicBezTo>
                  <a:cubicBezTo>
                    <a:pt x="2794000" y="817880"/>
                    <a:pt x="2794000" y="822960"/>
                    <a:pt x="2792730" y="825500"/>
                  </a:cubicBezTo>
                  <a:cubicBezTo>
                    <a:pt x="2792730" y="828040"/>
                    <a:pt x="2792730" y="833120"/>
                    <a:pt x="2792730" y="833120"/>
                  </a:cubicBezTo>
                  <a:cubicBezTo>
                    <a:pt x="2792730" y="833120"/>
                    <a:pt x="2790190" y="836930"/>
                    <a:pt x="2788920" y="839470"/>
                  </a:cubicBezTo>
                  <a:cubicBezTo>
                    <a:pt x="2788920" y="842010"/>
                    <a:pt x="2786380" y="845820"/>
                    <a:pt x="2786380" y="847090"/>
                  </a:cubicBezTo>
                  <a:cubicBezTo>
                    <a:pt x="2786380" y="847090"/>
                    <a:pt x="2783840" y="850900"/>
                    <a:pt x="2782570" y="852170"/>
                  </a:cubicBezTo>
                  <a:cubicBezTo>
                    <a:pt x="2781300" y="854710"/>
                    <a:pt x="2778760" y="858520"/>
                    <a:pt x="2778760" y="858520"/>
                  </a:cubicBezTo>
                  <a:cubicBezTo>
                    <a:pt x="2777490" y="858520"/>
                    <a:pt x="2776220" y="859790"/>
                    <a:pt x="2776220" y="861060"/>
                  </a:cubicBezTo>
                  <a:cubicBezTo>
                    <a:pt x="2776220" y="862330"/>
                    <a:pt x="2783840" y="863600"/>
                    <a:pt x="2790190" y="866140"/>
                  </a:cubicBezTo>
                  <a:cubicBezTo>
                    <a:pt x="2810510" y="872490"/>
                    <a:pt x="2895600" y="900430"/>
                    <a:pt x="2895600" y="900430"/>
                  </a:cubicBezTo>
                  <a:cubicBezTo>
                    <a:pt x="2895600" y="900430"/>
                    <a:pt x="2900680" y="901700"/>
                    <a:pt x="2903220" y="902970"/>
                  </a:cubicBezTo>
                  <a:cubicBezTo>
                    <a:pt x="2905760" y="904240"/>
                    <a:pt x="2910840" y="905510"/>
                    <a:pt x="2910840" y="905510"/>
                  </a:cubicBezTo>
                  <a:cubicBezTo>
                    <a:pt x="2910840" y="905510"/>
                    <a:pt x="2917190" y="909320"/>
                    <a:pt x="2918460" y="909320"/>
                  </a:cubicBezTo>
                  <a:cubicBezTo>
                    <a:pt x="2918460" y="910590"/>
                    <a:pt x="2918460" y="910590"/>
                    <a:pt x="2918460" y="910590"/>
                  </a:cubicBezTo>
                  <a:cubicBezTo>
                    <a:pt x="2922270" y="911860"/>
                    <a:pt x="2997200" y="934720"/>
                    <a:pt x="3002280" y="943610"/>
                  </a:cubicBezTo>
                  <a:cubicBezTo>
                    <a:pt x="3003550" y="946150"/>
                    <a:pt x="3002280" y="947420"/>
                    <a:pt x="3002280" y="949960"/>
                  </a:cubicBezTo>
                  <a:cubicBezTo>
                    <a:pt x="3003550" y="951230"/>
                    <a:pt x="3007360" y="952500"/>
                    <a:pt x="3009900" y="952500"/>
                  </a:cubicBezTo>
                  <a:cubicBezTo>
                    <a:pt x="3011170" y="953770"/>
                    <a:pt x="3016250" y="956310"/>
                    <a:pt x="3016250" y="956310"/>
                  </a:cubicBezTo>
                  <a:cubicBezTo>
                    <a:pt x="3016250" y="956310"/>
                    <a:pt x="3020060" y="960120"/>
                    <a:pt x="3021330" y="961390"/>
                  </a:cubicBezTo>
                  <a:cubicBezTo>
                    <a:pt x="3023870" y="963930"/>
                    <a:pt x="3027680" y="966470"/>
                    <a:pt x="3027680" y="966470"/>
                  </a:cubicBezTo>
                  <a:cubicBezTo>
                    <a:pt x="3027680" y="966470"/>
                    <a:pt x="3030220" y="970280"/>
                    <a:pt x="3031490" y="972820"/>
                  </a:cubicBezTo>
                  <a:cubicBezTo>
                    <a:pt x="3032760" y="975360"/>
                    <a:pt x="3035300" y="979170"/>
                    <a:pt x="3035300" y="979170"/>
                  </a:cubicBezTo>
                  <a:cubicBezTo>
                    <a:pt x="3035300" y="979170"/>
                    <a:pt x="3037840" y="984250"/>
                    <a:pt x="3037840" y="986790"/>
                  </a:cubicBezTo>
                  <a:cubicBezTo>
                    <a:pt x="3039110" y="988060"/>
                    <a:pt x="3040380" y="993140"/>
                    <a:pt x="3041650" y="993140"/>
                  </a:cubicBezTo>
                  <a:cubicBezTo>
                    <a:pt x="3041650" y="993140"/>
                    <a:pt x="3040380" y="994410"/>
                    <a:pt x="3041650" y="995680"/>
                  </a:cubicBezTo>
                  <a:cubicBezTo>
                    <a:pt x="3046730" y="1004570"/>
                    <a:pt x="3141980" y="1049020"/>
                    <a:pt x="3187700" y="1075690"/>
                  </a:cubicBezTo>
                  <a:cubicBezTo>
                    <a:pt x="3228340" y="1099820"/>
                    <a:pt x="3275330" y="1120140"/>
                    <a:pt x="3300730" y="1148080"/>
                  </a:cubicBezTo>
                  <a:cubicBezTo>
                    <a:pt x="3321050" y="1170940"/>
                    <a:pt x="3342640" y="1195070"/>
                    <a:pt x="3338830" y="1221740"/>
                  </a:cubicBezTo>
                  <a:cubicBezTo>
                    <a:pt x="3335020" y="1258570"/>
                    <a:pt x="3265170" y="1329690"/>
                    <a:pt x="3235960" y="1342390"/>
                  </a:cubicBezTo>
                  <a:cubicBezTo>
                    <a:pt x="3221990" y="1348740"/>
                    <a:pt x="3197860" y="1338580"/>
                    <a:pt x="3196590" y="1341120"/>
                  </a:cubicBezTo>
                  <a:cubicBezTo>
                    <a:pt x="3195320" y="1341120"/>
                    <a:pt x="3196590" y="1342390"/>
                    <a:pt x="3196590" y="1342390"/>
                  </a:cubicBezTo>
                  <a:cubicBezTo>
                    <a:pt x="3197860" y="1344930"/>
                    <a:pt x="3200400" y="1350010"/>
                    <a:pt x="3200400" y="1350010"/>
                  </a:cubicBezTo>
                  <a:cubicBezTo>
                    <a:pt x="3200400" y="1350010"/>
                    <a:pt x="3201670" y="1355090"/>
                    <a:pt x="3201670" y="1356360"/>
                  </a:cubicBezTo>
                  <a:cubicBezTo>
                    <a:pt x="3202940" y="1358900"/>
                    <a:pt x="3204210" y="1363980"/>
                    <a:pt x="3204210" y="1363980"/>
                  </a:cubicBezTo>
                  <a:cubicBezTo>
                    <a:pt x="3204210" y="1363980"/>
                    <a:pt x="3204210" y="1369060"/>
                    <a:pt x="3204210" y="1371600"/>
                  </a:cubicBezTo>
                  <a:cubicBezTo>
                    <a:pt x="3204210" y="1372870"/>
                    <a:pt x="3202940" y="1375410"/>
                    <a:pt x="3204210" y="1376680"/>
                  </a:cubicBezTo>
                  <a:cubicBezTo>
                    <a:pt x="3206750" y="1380490"/>
                    <a:pt x="3221990" y="1380490"/>
                    <a:pt x="3239770" y="1385570"/>
                  </a:cubicBezTo>
                  <a:cubicBezTo>
                    <a:pt x="3289300" y="1400810"/>
                    <a:pt x="3439160" y="1445260"/>
                    <a:pt x="3529330" y="1475740"/>
                  </a:cubicBezTo>
                  <a:cubicBezTo>
                    <a:pt x="3609340" y="1502410"/>
                    <a:pt x="3689350" y="1530350"/>
                    <a:pt x="3755390" y="1557020"/>
                  </a:cubicBezTo>
                  <a:cubicBezTo>
                    <a:pt x="3810000" y="1578610"/>
                    <a:pt x="3898900" y="1623060"/>
                    <a:pt x="3898900" y="1623060"/>
                  </a:cubicBezTo>
                  <a:cubicBezTo>
                    <a:pt x="3898900" y="1623060"/>
                    <a:pt x="3903980" y="1623060"/>
                    <a:pt x="3906520" y="1624330"/>
                  </a:cubicBezTo>
                  <a:cubicBezTo>
                    <a:pt x="3909060" y="1624330"/>
                    <a:pt x="3914140" y="1625600"/>
                    <a:pt x="3914140" y="1625600"/>
                  </a:cubicBezTo>
                  <a:cubicBezTo>
                    <a:pt x="3914140" y="1625600"/>
                    <a:pt x="3917950" y="1628140"/>
                    <a:pt x="3920490" y="1628140"/>
                  </a:cubicBezTo>
                  <a:cubicBezTo>
                    <a:pt x="3923030" y="1629410"/>
                    <a:pt x="3926840" y="1631950"/>
                    <a:pt x="3928110" y="1631950"/>
                  </a:cubicBezTo>
                  <a:cubicBezTo>
                    <a:pt x="3928110" y="1631950"/>
                    <a:pt x="3931920" y="1634490"/>
                    <a:pt x="3933190" y="1637030"/>
                  </a:cubicBezTo>
                  <a:cubicBezTo>
                    <a:pt x="3935730" y="1638300"/>
                    <a:pt x="3939540" y="1640840"/>
                    <a:pt x="3939540" y="1640840"/>
                  </a:cubicBezTo>
                  <a:cubicBezTo>
                    <a:pt x="3939540" y="1640840"/>
                    <a:pt x="3942080" y="1644650"/>
                    <a:pt x="3943350" y="1647190"/>
                  </a:cubicBezTo>
                  <a:cubicBezTo>
                    <a:pt x="3945890" y="1648460"/>
                    <a:pt x="3948430" y="1653540"/>
                    <a:pt x="3948430" y="1653540"/>
                  </a:cubicBezTo>
                  <a:cubicBezTo>
                    <a:pt x="3948430" y="1653540"/>
                    <a:pt x="3950970" y="1657350"/>
                    <a:pt x="3950970" y="1659890"/>
                  </a:cubicBezTo>
                  <a:cubicBezTo>
                    <a:pt x="3952240" y="1662430"/>
                    <a:pt x="3954780" y="1666240"/>
                    <a:pt x="3954780" y="1666240"/>
                  </a:cubicBezTo>
                  <a:cubicBezTo>
                    <a:pt x="3954780" y="1666240"/>
                    <a:pt x="3954780" y="1671320"/>
                    <a:pt x="3956050" y="1673860"/>
                  </a:cubicBezTo>
                  <a:cubicBezTo>
                    <a:pt x="3956050" y="1676400"/>
                    <a:pt x="3957320" y="1681480"/>
                    <a:pt x="3957320" y="1681480"/>
                  </a:cubicBezTo>
                  <a:cubicBezTo>
                    <a:pt x="3957320" y="1681480"/>
                    <a:pt x="3956050" y="1686560"/>
                    <a:pt x="3956050" y="1689100"/>
                  </a:cubicBezTo>
                  <a:cubicBezTo>
                    <a:pt x="3956050" y="1691640"/>
                    <a:pt x="3956050" y="1696720"/>
                    <a:pt x="3956050" y="1696720"/>
                  </a:cubicBezTo>
                  <a:cubicBezTo>
                    <a:pt x="3956050" y="1696720"/>
                    <a:pt x="3954780" y="1701800"/>
                    <a:pt x="3953510" y="1703070"/>
                  </a:cubicBezTo>
                  <a:cubicBezTo>
                    <a:pt x="3952240" y="1705610"/>
                    <a:pt x="3950970" y="1710690"/>
                    <a:pt x="3950970" y="1710690"/>
                  </a:cubicBezTo>
                  <a:cubicBezTo>
                    <a:pt x="3950970" y="1710690"/>
                    <a:pt x="3948430" y="1714500"/>
                    <a:pt x="3947160" y="1717040"/>
                  </a:cubicBezTo>
                  <a:cubicBezTo>
                    <a:pt x="3945890" y="1719580"/>
                    <a:pt x="3943350" y="1723390"/>
                    <a:pt x="3943350" y="1723390"/>
                  </a:cubicBezTo>
                  <a:cubicBezTo>
                    <a:pt x="3943350" y="1723390"/>
                    <a:pt x="3939540" y="1727200"/>
                    <a:pt x="3938270" y="1728470"/>
                  </a:cubicBezTo>
                  <a:cubicBezTo>
                    <a:pt x="3935730" y="1731010"/>
                    <a:pt x="3933190" y="1733550"/>
                    <a:pt x="3933190" y="1733550"/>
                  </a:cubicBezTo>
                  <a:cubicBezTo>
                    <a:pt x="3933190" y="1733550"/>
                    <a:pt x="3928110" y="1736090"/>
                    <a:pt x="3926840" y="1737360"/>
                  </a:cubicBezTo>
                  <a:cubicBezTo>
                    <a:pt x="3924300" y="1738630"/>
                    <a:pt x="3920490" y="1741170"/>
                    <a:pt x="3919220" y="1741170"/>
                  </a:cubicBezTo>
                  <a:cubicBezTo>
                    <a:pt x="3919220" y="1741170"/>
                    <a:pt x="3915410" y="1742440"/>
                    <a:pt x="3912870" y="1743710"/>
                  </a:cubicBezTo>
                  <a:cubicBezTo>
                    <a:pt x="3910330" y="1744980"/>
                    <a:pt x="3905250" y="1746250"/>
                    <a:pt x="3905250" y="1746250"/>
                  </a:cubicBezTo>
                  <a:cubicBezTo>
                    <a:pt x="3905250" y="1746250"/>
                    <a:pt x="3900170" y="1746250"/>
                    <a:pt x="3897630" y="1746250"/>
                  </a:cubicBezTo>
                  <a:cubicBezTo>
                    <a:pt x="3895090" y="1746250"/>
                    <a:pt x="3890010" y="1746250"/>
                    <a:pt x="3890010" y="1746250"/>
                  </a:cubicBezTo>
                  <a:cubicBezTo>
                    <a:pt x="3890010" y="1746250"/>
                    <a:pt x="3851910" y="1742440"/>
                    <a:pt x="3826510" y="1741170"/>
                  </a:cubicBezTo>
                  <a:cubicBezTo>
                    <a:pt x="3793490" y="1737360"/>
                    <a:pt x="3755390" y="1734820"/>
                    <a:pt x="3709670" y="1731010"/>
                  </a:cubicBezTo>
                  <a:cubicBezTo>
                    <a:pt x="3642360" y="1725930"/>
                    <a:pt x="3500120" y="1715770"/>
                    <a:pt x="3460750" y="1710690"/>
                  </a:cubicBezTo>
                  <a:cubicBezTo>
                    <a:pt x="3449320" y="1709420"/>
                    <a:pt x="3440430" y="1706880"/>
                    <a:pt x="3437890" y="1706880"/>
                  </a:cubicBezTo>
                  <a:cubicBezTo>
                    <a:pt x="3436620" y="1708150"/>
                    <a:pt x="3437890" y="1708150"/>
                    <a:pt x="3436620" y="1708150"/>
                  </a:cubicBezTo>
                  <a:cubicBezTo>
                    <a:pt x="3435350" y="1709420"/>
                    <a:pt x="3430270" y="1713230"/>
                    <a:pt x="3430270" y="1713230"/>
                  </a:cubicBezTo>
                  <a:cubicBezTo>
                    <a:pt x="3430270" y="1713230"/>
                    <a:pt x="3427730" y="1713230"/>
                    <a:pt x="3427730" y="1713230"/>
                  </a:cubicBezTo>
                  <a:cubicBezTo>
                    <a:pt x="3427730" y="1718310"/>
                    <a:pt x="3534410" y="1725930"/>
                    <a:pt x="3561080" y="1751330"/>
                  </a:cubicBezTo>
                  <a:cubicBezTo>
                    <a:pt x="3582670" y="1770380"/>
                    <a:pt x="3596640" y="1817370"/>
                    <a:pt x="3591560" y="1831340"/>
                  </a:cubicBezTo>
                  <a:cubicBezTo>
                    <a:pt x="3589020" y="1837690"/>
                    <a:pt x="3569970" y="1837690"/>
                    <a:pt x="3571240" y="1841500"/>
                  </a:cubicBezTo>
                  <a:cubicBezTo>
                    <a:pt x="3571240" y="1846580"/>
                    <a:pt x="3609340" y="1850390"/>
                    <a:pt x="3632200" y="1854200"/>
                  </a:cubicBezTo>
                  <a:cubicBezTo>
                    <a:pt x="3665220" y="1860550"/>
                    <a:pt x="3703320" y="1864360"/>
                    <a:pt x="3747770" y="1868170"/>
                  </a:cubicBezTo>
                  <a:cubicBezTo>
                    <a:pt x="3806190" y="1874520"/>
                    <a:pt x="3892550" y="1875790"/>
                    <a:pt x="3956050" y="1882140"/>
                  </a:cubicBezTo>
                  <a:cubicBezTo>
                    <a:pt x="4010660" y="1887220"/>
                    <a:pt x="4060190" y="1894840"/>
                    <a:pt x="4105910" y="1902460"/>
                  </a:cubicBezTo>
                  <a:cubicBezTo>
                    <a:pt x="4144010" y="1908810"/>
                    <a:pt x="4182110" y="1917700"/>
                    <a:pt x="4212590" y="1922780"/>
                  </a:cubicBezTo>
                  <a:cubicBezTo>
                    <a:pt x="4235450" y="1926590"/>
                    <a:pt x="4271010" y="1930400"/>
                    <a:pt x="4271010" y="1930400"/>
                  </a:cubicBezTo>
                  <a:cubicBezTo>
                    <a:pt x="4271010" y="1930400"/>
                    <a:pt x="4276090" y="1931670"/>
                    <a:pt x="4278630" y="1932940"/>
                  </a:cubicBezTo>
                  <a:cubicBezTo>
                    <a:pt x="4279900" y="1932940"/>
                    <a:pt x="4284980" y="1935480"/>
                    <a:pt x="4284980" y="1935480"/>
                  </a:cubicBezTo>
                  <a:cubicBezTo>
                    <a:pt x="4284980" y="1935480"/>
                    <a:pt x="4288790" y="1938020"/>
                    <a:pt x="4291330" y="1939290"/>
                  </a:cubicBezTo>
                  <a:cubicBezTo>
                    <a:pt x="4293870" y="1940560"/>
                    <a:pt x="4297680" y="1943100"/>
                    <a:pt x="4297680" y="1943100"/>
                  </a:cubicBezTo>
                  <a:cubicBezTo>
                    <a:pt x="4297680" y="1943100"/>
                    <a:pt x="4301490" y="1946910"/>
                    <a:pt x="4302760" y="1948180"/>
                  </a:cubicBezTo>
                  <a:cubicBezTo>
                    <a:pt x="4305300" y="1950720"/>
                    <a:pt x="4307840" y="1954530"/>
                    <a:pt x="4307840" y="1954530"/>
                  </a:cubicBezTo>
                  <a:cubicBezTo>
                    <a:pt x="4307840" y="1954530"/>
                    <a:pt x="4310380" y="1958340"/>
                    <a:pt x="4311650" y="1960880"/>
                  </a:cubicBezTo>
                  <a:cubicBezTo>
                    <a:pt x="4312920" y="1963420"/>
                    <a:pt x="4315460" y="1967230"/>
                    <a:pt x="4315460" y="1967230"/>
                  </a:cubicBezTo>
                  <a:cubicBezTo>
                    <a:pt x="4315460" y="1967230"/>
                    <a:pt x="4316730" y="1972310"/>
                    <a:pt x="4318000" y="1974850"/>
                  </a:cubicBezTo>
                  <a:cubicBezTo>
                    <a:pt x="4318000" y="1977390"/>
                    <a:pt x="4319270" y="1981200"/>
                    <a:pt x="4319270" y="1981200"/>
                  </a:cubicBezTo>
                  <a:cubicBezTo>
                    <a:pt x="4319270" y="1981200"/>
                    <a:pt x="4319270" y="1986280"/>
                    <a:pt x="4319270" y="1988820"/>
                  </a:cubicBezTo>
                  <a:cubicBezTo>
                    <a:pt x="4319270" y="1991360"/>
                    <a:pt x="4320540" y="1996440"/>
                    <a:pt x="4320540" y="1996440"/>
                  </a:cubicBezTo>
                  <a:cubicBezTo>
                    <a:pt x="4320540" y="1996440"/>
                    <a:pt x="4319270" y="2001520"/>
                    <a:pt x="4318000" y="2004060"/>
                  </a:cubicBezTo>
                  <a:cubicBezTo>
                    <a:pt x="4318000" y="2006600"/>
                    <a:pt x="4316730" y="2011680"/>
                    <a:pt x="4316730" y="2011680"/>
                  </a:cubicBezTo>
                  <a:cubicBezTo>
                    <a:pt x="4316730" y="2011680"/>
                    <a:pt x="4314190" y="2015490"/>
                    <a:pt x="4312920" y="2018030"/>
                  </a:cubicBezTo>
                  <a:cubicBezTo>
                    <a:pt x="4312920" y="2020570"/>
                    <a:pt x="4310380" y="2024380"/>
                    <a:pt x="4310380" y="2024380"/>
                  </a:cubicBezTo>
                  <a:cubicBezTo>
                    <a:pt x="4310380" y="2024380"/>
                    <a:pt x="4306570" y="2028190"/>
                    <a:pt x="4305300" y="2030730"/>
                  </a:cubicBezTo>
                  <a:cubicBezTo>
                    <a:pt x="4304030" y="2032000"/>
                    <a:pt x="4300220" y="2035810"/>
                    <a:pt x="4300220" y="2035810"/>
                  </a:cubicBezTo>
                  <a:cubicBezTo>
                    <a:pt x="4300220" y="2037080"/>
                    <a:pt x="4296410" y="2039620"/>
                    <a:pt x="4295140" y="2040890"/>
                  </a:cubicBezTo>
                  <a:cubicBezTo>
                    <a:pt x="4292600" y="2042160"/>
                    <a:pt x="4288790" y="2044700"/>
                    <a:pt x="4288790" y="2044700"/>
                  </a:cubicBezTo>
                  <a:cubicBezTo>
                    <a:pt x="4288790" y="2044700"/>
                    <a:pt x="4283710" y="2047240"/>
                    <a:pt x="4281170" y="2048510"/>
                  </a:cubicBezTo>
                  <a:cubicBezTo>
                    <a:pt x="4279900" y="2048510"/>
                    <a:pt x="4274820" y="2051050"/>
                    <a:pt x="4274820" y="2051050"/>
                  </a:cubicBezTo>
                  <a:cubicBezTo>
                    <a:pt x="4274820" y="2051050"/>
                    <a:pt x="4269740" y="2052320"/>
                    <a:pt x="4267200" y="2052320"/>
                  </a:cubicBezTo>
                  <a:cubicBezTo>
                    <a:pt x="4264660" y="2052320"/>
                    <a:pt x="4259580" y="2053590"/>
                    <a:pt x="4259580" y="2053590"/>
                  </a:cubicBezTo>
                  <a:cubicBezTo>
                    <a:pt x="4259580" y="2053590"/>
                    <a:pt x="4254500" y="2052320"/>
                    <a:pt x="4251960" y="2052320"/>
                  </a:cubicBezTo>
                  <a:cubicBezTo>
                    <a:pt x="4249420" y="2052320"/>
                    <a:pt x="4245610" y="2052320"/>
                    <a:pt x="4244340" y="2052320"/>
                  </a:cubicBezTo>
                  <a:cubicBezTo>
                    <a:pt x="4244340" y="2052320"/>
                    <a:pt x="4098290" y="2063750"/>
                    <a:pt x="4023360" y="2072640"/>
                  </a:cubicBezTo>
                  <a:cubicBezTo>
                    <a:pt x="3942080" y="2081530"/>
                    <a:pt x="3860800" y="2096770"/>
                    <a:pt x="3775710" y="2104390"/>
                  </a:cubicBezTo>
                  <a:cubicBezTo>
                    <a:pt x="3686810" y="2112010"/>
                    <a:pt x="3594100" y="2114550"/>
                    <a:pt x="3500120" y="2118360"/>
                  </a:cubicBezTo>
                  <a:cubicBezTo>
                    <a:pt x="3403600" y="2122170"/>
                    <a:pt x="3302000" y="2122170"/>
                    <a:pt x="3204210" y="2123440"/>
                  </a:cubicBezTo>
                  <a:cubicBezTo>
                    <a:pt x="3106420" y="2124710"/>
                    <a:pt x="2985770" y="2127250"/>
                    <a:pt x="2913380" y="2125980"/>
                  </a:cubicBezTo>
                  <a:cubicBezTo>
                    <a:pt x="2870200" y="2124710"/>
                    <a:pt x="2846070" y="2120900"/>
                    <a:pt x="2811780" y="2122170"/>
                  </a:cubicBezTo>
                  <a:cubicBezTo>
                    <a:pt x="2777490" y="2122170"/>
                    <a:pt x="2745740" y="2125980"/>
                    <a:pt x="2708910" y="2128520"/>
                  </a:cubicBezTo>
                  <a:cubicBezTo>
                    <a:pt x="2667000" y="2132330"/>
                    <a:pt x="2617470" y="2141220"/>
                    <a:pt x="2571750" y="2145030"/>
                  </a:cubicBezTo>
                  <a:cubicBezTo>
                    <a:pt x="2527300" y="2148840"/>
                    <a:pt x="2485390" y="2151380"/>
                    <a:pt x="2438400" y="2152650"/>
                  </a:cubicBezTo>
                  <a:cubicBezTo>
                    <a:pt x="2390140" y="2153920"/>
                    <a:pt x="2335530" y="2153920"/>
                    <a:pt x="2286000" y="2153920"/>
                  </a:cubicBezTo>
                  <a:cubicBezTo>
                    <a:pt x="2239010" y="2153920"/>
                    <a:pt x="2184400" y="2155190"/>
                    <a:pt x="2152650" y="2155190"/>
                  </a:cubicBezTo>
                  <a:cubicBezTo>
                    <a:pt x="2133600" y="2155190"/>
                    <a:pt x="2115820" y="2152650"/>
                    <a:pt x="2109470" y="2156460"/>
                  </a:cubicBezTo>
                  <a:cubicBezTo>
                    <a:pt x="2106930" y="2157730"/>
                    <a:pt x="2108200" y="2160270"/>
                    <a:pt x="2105660" y="2162810"/>
                  </a:cubicBezTo>
                  <a:cubicBezTo>
                    <a:pt x="2096770" y="2170430"/>
                    <a:pt x="2057400" y="2183130"/>
                    <a:pt x="2029460" y="2185670"/>
                  </a:cubicBezTo>
                  <a:cubicBezTo>
                    <a:pt x="1993900" y="2189480"/>
                    <a:pt x="1949450" y="2176780"/>
                    <a:pt x="1911350" y="2174240"/>
                  </a:cubicBezTo>
                  <a:cubicBezTo>
                    <a:pt x="1877060" y="2171700"/>
                    <a:pt x="1842770" y="2172970"/>
                    <a:pt x="1809750" y="2169160"/>
                  </a:cubicBezTo>
                  <a:cubicBezTo>
                    <a:pt x="1779270" y="2166620"/>
                    <a:pt x="1747520" y="2157730"/>
                    <a:pt x="1718310" y="2153920"/>
                  </a:cubicBezTo>
                  <a:cubicBezTo>
                    <a:pt x="1690370" y="2150110"/>
                    <a:pt x="1666240" y="2151380"/>
                    <a:pt x="1635760" y="2147570"/>
                  </a:cubicBezTo>
                  <a:cubicBezTo>
                    <a:pt x="1600200" y="2143760"/>
                    <a:pt x="1555750" y="2136140"/>
                    <a:pt x="1517650" y="2125980"/>
                  </a:cubicBezTo>
                  <a:cubicBezTo>
                    <a:pt x="1482090" y="2115820"/>
                    <a:pt x="1428750" y="2100580"/>
                    <a:pt x="1416050" y="2086610"/>
                  </a:cubicBezTo>
                  <a:cubicBezTo>
                    <a:pt x="1410970" y="2081530"/>
                    <a:pt x="1412240" y="2075180"/>
                    <a:pt x="1410970" y="2071370"/>
                  </a:cubicBezTo>
                  <a:cubicBezTo>
                    <a:pt x="1408430" y="2067560"/>
                    <a:pt x="1405890" y="2066290"/>
                    <a:pt x="1404620" y="2063750"/>
                  </a:cubicBezTo>
                  <a:cubicBezTo>
                    <a:pt x="1402080" y="2061210"/>
                    <a:pt x="1398270" y="2057400"/>
                    <a:pt x="1398270" y="2057400"/>
                  </a:cubicBezTo>
                  <a:cubicBezTo>
                    <a:pt x="1398270" y="2057400"/>
                    <a:pt x="1395730" y="2052320"/>
                    <a:pt x="1394460" y="2051050"/>
                  </a:cubicBezTo>
                  <a:cubicBezTo>
                    <a:pt x="1393190" y="2049780"/>
                    <a:pt x="1389380" y="2049780"/>
                    <a:pt x="1389380" y="2049780"/>
                  </a:cubicBezTo>
                  <a:cubicBezTo>
                    <a:pt x="1389380" y="2049780"/>
                    <a:pt x="1385570" y="2047240"/>
                    <a:pt x="1383030" y="2045970"/>
                  </a:cubicBezTo>
                  <a:cubicBezTo>
                    <a:pt x="1380490" y="2044700"/>
                    <a:pt x="1376680" y="2042160"/>
                    <a:pt x="1375410" y="2042160"/>
                  </a:cubicBezTo>
                  <a:cubicBezTo>
                    <a:pt x="1375410" y="2042160"/>
                    <a:pt x="1371600" y="2038350"/>
                    <a:pt x="1370330" y="2037080"/>
                  </a:cubicBezTo>
                  <a:cubicBezTo>
                    <a:pt x="1367790" y="2035810"/>
                    <a:pt x="1363980" y="2032000"/>
                    <a:pt x="1363980" y="2032000"/>
                  </a:cubicBezTo>
                  <a:cubicBezTo>
                    <a:pt x="1363980" y="2032000"/>
                    <a:pt x="1361440" y="2028190"/>
                    <a:pt x="1360170" y="2025650"/>
                  </a:cubicBezTo>
                  <a:cubicBezTo>
                    <a:pt x="1357630" y="2023110"/>
                    <a:pt x="1355090" y="2019300"/>
                    <a:pt x="1355090" y="2019300"/>
                  </a:cubicBezTo>
                  <a:cubicBezTo>
                    <a:pt x="1355090" y="2019300"/>
                    <a:pt x="1352550" y="2012950"/>
                    <a:pt x="1352550" y="2011680"/>
                  </a:cubicBezTo>
                  <a:cubicBezTo>
                    <a:pt x="1351280" y="2010410"/>
                    <a:pt x="1346200" y="2007870"/>
                    <a:pt x="1338580" y="2006600"/>
                  </a:cubicBezTo>
                  <a:cubicBezTo>
                    <a:pt x="1320800" y="2004060"/>
                    <a:pt x="1259840" y="2006600"/>
                    <a:pt x="1233170" y="2006600"/>
                  </a:cubicBezTo>
                  <a:cubicBezTo>
                    <a:pt x="1215390" y="2006600"/>
                    <a:pt x="1195070" y="2004060"/>
                    <a:pt x="1191260" y="2006600"/>
                  </a:cubicBezTo>
                  <a:cubicBezTo>
                    <a:pt x="1189990" y="2006600"/>
                    <a:pt x="1191260" y="2007870"/>
                    <a:pt x="1189990" y="2009140"/>
                  </a:cubicBezTo>
                  <a:cubicBezTo>
                    <a:pt x="1189990" y="2010410"/>
                    <a:pt x="1186180" y="2018030"/>
                    <a:pt x="1186180" y="2018030"/>
                  </a:cubicBezTo>
                  <a:cubicBezTo>
                    <a:pt x="1186180" y="2018030"/>
                    <a:pt x="1182370" y="2023110"/>
                    <a:pt x="1181100" y="2025650"/>
                  </a:cubicBezTo>
                  <a:cubicBezTo>
                    <a:pt x="1178560" y="2028190"/>
                    <a:pt x="1174750" y="2033270"/>
                    <a:pt x="1174750" y="2033270"/>
                  </a:cubicBezTo>
                  <a:cubicBezTo>
                    <a:pt x="1174750" y="2033270"/>
                    <a:pt x="1169670" y="2038350"/>
                    <a:pt x="1167130" y="2039620"/>
                  </a:cubicBezTo>
                  <a:cubicBezTo>
                    <a:pt x="1164590" y="2042160"/>
                    <a:pt x="1159510" y="2045970"/>
                    <a:pt x="1159510" y="2045970"/>
                  </a:cubicBezTo>
                  <a:cubicBezTo>
                    <a:pt x="1159510" y="2045970"/>
                    <a:pt x="1153160" y="2049780"/>
                    <a:pt x="1150620" y="2051050"/>
                  </a:cubicBezTo>
                  <a:cubicBezTo>
                    <a:pt x="1148080" y="2052320"/>
                    <a:pt x="1141730" y="2054860"/>
                    <a:pt x="1141730" y="2054860"/>
                  </a:cubicBezTo>
                  <a:cubicBezTo>
                    <a:pt x="1141730" y="2054860"/>
                    <a:pt x="1135380" y="2056130"/>
                    <a:pt x="1131570" y="2057400"/>
                  </a:cubicBezTo>
                  <a:cubicBezTo>
                    <a:pt x="1129030" y="2057400"/>
                    <a:pt x="1122680" y="2058670"/>
                    <a:pt x="1122680" y="2058670"/>
                  </a:cubicBezTo>
                  <a:cubicBezTo>
                    <a:pt x="1122680" y="2058670"/>
                    <a:pt x="1115060" y="2058670"/>
                    <a:pt x="1112520" y="2058670"/>
                  </a:cubicBezTo>
                  <a:cubicBezTo>
                    <a:pt x="1108710" y="2058670"/>
                    <a:pt x="1102360" y="2058670"/>
                    <a:pt x="1102360" y="2058670"/>
                  </a:cubicBezTo>
                  <a:cubicBezTo>
                    <a:pt x="1102360" y="2058670"/>
                    <a:pt x="1096010" y="2056130"/>
                    <a:pt x="1092200" y="2056130"/>
                  </a:cubicBezTo>
                  <a:cubicBezTo>
                    <a:pt x="1089660" y="2054860"/>
                    <a:pt x="1083310" y="2053590"/>
                    <a:pt x="1083310" y="2053590"/>
                  </a:cubicBezTo>
                  <a:cubicBezTo>
                    <a:pt x="1083310" y="2053590"/>
                    <a:pt x="1076960" y="2049780"/>
                    <a:pt x="1074420" y="2048510"/>
                  </a:cubicBezTo>
                  <a:cubicBezTo>
                    <a:pt x="1071880" y="2045970"/>
                    <a:pt x="1065530" y="2043430"/>
                    <a:pt x="1065530" y="2043430"/>
                  </a:cubicBezTo>
                  <a:cubicBezTo>
                    <a:pt x="1065530" y="2043430"/>
                    <a:pt x="1061720" y="2038350"/>
                    <a:pt x="1059180" y="2037080"/>
                  </a:cubicBezTo>
                  <a:cubicBezTo>
                    <a:pt x="1056640" y="2034540"/>
                    <a:pt x="1051560" y="2029460"/>
                    <a:pt x="1051560" y="2029460"/>
                  </a:cubicBezTo>
                  <a:cubicBezTo>
                    <a:pt x="1051560" y="2029460"/>
                    <a:pt x="1050290" y="2009140"/>
                    <a:pt x="1042670" y="2004060"/>
                  </a:cubicBezTo>
                  <a:cubicBezTo>
                    <a:pt x="1028700" y="1995170"/>
                    <a:pt x="996950" y="2004060"/>
                    <a:pt x="962660" y="2004060"/>
                  </a:cubicBezTo>
                  <a:cubicBezTo>
                    <a:pt x="904240" y="2001520"/>
                    <a:pt x="796290" y="2000250"/>
                    <a:pt x="716280" y="1995170"/>
                  </a:cubicBezTo>
                  <a:cubicBezTo>
                    <a:pt x="642620" y="1990090"/>
                    <a:pt x="565150" y="1981200"/>
                    <a:pt x="500380" y="1974850"/>
                  </a:cubicBezTo>
                  <a:cubicBezTo>
                    <a:pt x="445770" y="1969770"/>
                    <a:pt x="401320" y="1964690"/>
                    <a:pt x="353060" y="1959610"/>
                  </a:cubicBezTo>
                  <a:cubicBezTo>
                    <a:pt x="306070" y="1955800"/>
                    <a:pt x="262890" y="1959610"/>
                    <a:pt x="215900" y="1949450"/>
                  </a:cubicBezTo>
                  <a:cubicBezTo>
                    <a:pt x="165100" y="1939290"/>
                    <a:pt x="59690" y="1894840"/>
                    <a:pt x="59690" y="1894840"/>
                  </a:cubicBezTo>
                  <a:cubicBezTo>
                    <a:pt x="59690" y="1893570"/>
                    <a:pt x="54610" y="1893570"/>
                    <a:pt x="52070" y="1893570"/>
                  </a:cubicBezTo>
                  <a:cubicBezTo>
                    <a:pt x="49530" y="1892300"/>
                    <a:pt x="44450" y="1892300"/>
                    <a:pt x="44450" y="1892300"/>
                  </a:cubicBezTo>
                  <a:cubicBezTo>
                    <a:pt x="44450" y="1892300"/>
                    <a:pt x="40640" y="1889760"/>
                    <a:pt x="38100" y="1888490"/>
                  </a:cubicBezTo>
                  <a:cubicBezTo>
                    <a:pt x="35560" y="1888490"/>
                    <a:pt x="30480" y="1885950"/>
                    <a:pt x="30480" y="1885950"/>
                  </a:cubicBezTo>
                  <a:cubicBezTo>
                    <a:pt x="30480" y="1885950"/>
                    <a:pt x="26670" y="1883410"/>
                    <a:pt x="25400" y="1880870"/>
                  </a:cubicBezTo>
                  <a:cubicBezTo>
                    <a:pt x="22860" y="1879600"/>
                    <a:pt x="19050" y="1877060"/>
                    <a:pt x="19050" y="1877060"/>
                  </a:cubicBezTo>
                  <a:cubicBezTo>
                    <a:pt x="19050" y="1877060"/>
                    <a:pt x="15240" y="1873250"/>
                    <a:pt x="13970" y="1870710"/>
                  </a:cubicBezTo>
                  <a:cubicBezTo>
                    <a:pt x="12700" y="1869440"/>
                    <a:pt x="8890" y="1865630"/>
                    <a:pt x="8890" y="1865630"/>
                  </a:cubicBezTo>
                  <a:cubicBezTo>
                    <a:pt x="8890" y="1865630"/>
                    <a:pt x="6350" y="1860550"/>
                    <a:pt x="6350" y="1858010"/>
                  </a:cubicBezTo>
                  <a:cubicBezTo>
                    <a:pt x="5080" y="1856740"/>
                    <a:pt x="2540" y="1851660"/>
                    <a:pt x="2540" y="1851660"/>
                  </a:cubicBezTo>
                  <a:cubicBezTo>
                    <a:pt x="2540" y="1851660"/>
                    <a:pt x="1270" y="1846580"/>
                    <a:pt x="1270" y="1844040"/>
                  </a:cubicBezTo>
                  <a:cubicBezTo>
                    <a:pt x="0" y="1841500"/>
                    <a:pt x="0" y="1836420"/>
                    <a:pt x="0" y="1836420"/>
                  </a:cubicBezTo>
                  <a:moveTo>
                    <a:pt x="840740" y="1389380"/>
                  </a:moveTo>
                  <a:cubicBezTo>
                    <a:pt x="844550" y="1398270"/>
                    <a:pt x="862330" y="1395730"/>
                    <a:pt x="880110" y="1395730"/>
                  </a:cubicBezTo>
                  <a:cubicBezTo>
                    <a:pt x="915670" y="1398270"/>
                    <a:pt x="1032510" y="1419860"/>
                    <a:pt x="1046480" y="1403350"/>
                  </a:cubicBezTo>
                  <a:cubicBezTo>
                    <a:pt x="1051560" y="1395730"/>
                    <a:pt x="1042670" y="1385570"/>
                    <a:pt x="1037590" y="1370330"/>
                  </a:cubicBezTo>
                  <a:cubicBezTo>
                    <a:pt x="1024890" y="1333500"/>
                    <a:pt x="981710" y="1243330"/>
                    <a:pt x="958850" y="1184910"/>
                  </a:cubicBezTo>
                  <a:cubicBezTo>
                    <a:pt x="939800" y="1135380"/>
                    <a:pt x="922020" y="1085850"/>
                    <a:pt x="908050" y="1043940"/>
                  </a:cubicBezTo>
                  <a:cubicBezTo>
                    <a:pt x="897890" y="1010920"/>
                    <a:pt x="885190" y="953770"/>
                    <a:pt x="883920" y="953770"/>
                  </a:cubicBezTo>
                  <a:cubicBezTo>
                    <a:pt x="883920" y="953770"/>
                    <a:pt x="913130" y="1023620"/>
                    <a:pt x="908050" y="1052830"/>
                  </a:cubicBezTo>
                  <a:cubicBezTo>
                    <a:pt x="904240" y="1078230"/>
                    <a:pt x="873760" y="1094740"/>
                    <a:pt x="866140" y="1120140"/>
                  </a:cubicBezTo>
                  <a:cubicBezTo>
                    <a:pt x="857250" y="1148080"/>
                    <a:pt x="866140" y="1184910"/>
                    <a:pt x="862330" y="1215390"/>
                  </a:cubicBezTo>
                  <a:cubicBezTo>
                    <a:pt x="857250" y="1243330"/>
                    <a:pt x="845820" y="1270000"/>
                    <a:pt x="843280" y="1297940"/>
                  </a:cubicBezTo>
                  <a:cubicBezTo>
                    <a:pt x="839470" y="1328420"/>
                    <a:pt x="840740" y="1389380"/>
                    <a:pt x="840740" y="1389380"/>
                  </a:cubicBezTo>
                  <a:moveTo>
                    <a:pt x="1230630" y="1400810"/>
                  </a:moveTo>
                  <a:cubicBezTo>
                    <a:pt x="1459230" y="1389380"/>
                    <a:pt x="1507490" y="1399540"/>
                    <a:pt x="1512570" y="1389380"/>
                  </a:cubicBezTo>
                  <a:cubicBezTo>
                    <a:pt x="1516380" y="1384300"/>
                    <a:pt x="1503680" y="1375410"/>
                    <a:pt x="1494790" y="1363980"/>
                  </a:cubicBezTo>
                  <a:cubicBezTo>
                    <a:pt x="1477010" y="1334770"/>
                    <a:pt x="1433830" y="1249680"/>
                    <a:pt x="1404620" y="1221740"/>
                  </a:cubicBezTo>
                  <a:cubicBezTo>
                    <a:pt x="1388110" y="1205230"/>
                    <a:pt x="1374140" y="1200150"/>
                    <a:pt x="1355090" y="1192530"/>
                  </a:cubicBezTo>
                  <a:cubicBezTo>
                    <a:pt x="1334770" y="1183640"/>
                    <a:pt x="1304290" y="1164590"/>
                    <a:pt x="1287780" y="1172210"/>
                  </a:cubicBezTo>
                  <a:cubicBezTo>
                    <a:pt x="1270000" y="1181100"/>
                    <a:pt x="1264920" y="1223010"/>
                    <a:pt x="1257300" y="1249680"/>
                  </a:cubicBezTo>
                  <a:cubicBezTo>
                    <a:pt x="1250950" y="1275080"/>
                    <a:pt x="1250950" y="1301750"/>
                    <a:pt x="1245870" y="1327150"/>
                  </a:cubicBezTo>
                  <a:cubicBezTo>
                    <a:pt x="1242060" y="1352550"/>
                    <a:pt x="1230630" y="1400810"/>
                    <a:pt x="1230630" y="1400810"/>
                  </a:cubicBezTo>
                  <a:moveTo>
                    <a:pt x="1804670" y="530860"/>
                  </a:moveTo>
                  <a:cubicBezTo>
                    <a:pt x="1813560" y="565150"/>
                    <a:pt x="1833880" y="567690"/>
                    <a:pt x="1836420" y="563880"/>
                  </a:cubicBezTo>
                  <a:cubicBezTo>
                    <a:pt x="1837690" y="560070"/>
                    <a:pt x="1804670" y="530860"/>
                    <a:pt x="1804670" y="530860"/>
                  </a:cubicBezTo>
                  <a:moveTo>
                    <a:pt x="1978660" y="902970"/>
                  </a:moveTo>
                  <a:cubicBezTo>
                    <a:pt x="1981200" y="904240"/>
                    <a:pt x="1981200" y="902970"/>
                    <a:pt x="1981200" y="902970"/>
                  </a:cubicBezTo>
                  <a:cubicBezTo>
                    <a:pt x="1981200" y="902970"/>
                    <a:pt x="1978660" y="902970"/>
                    <a:pt x="1978660" y="902970"/>
                  </a:cubicBezTo>
                  <a:moveTo>
                    <a:pt x="2199640" y="458470"/>
                  </a:moveTo>
                  <a:cubicBezTo>
                    <a:pt x="2214880" y="458470"/>
                    <a:pt x="2240280" y="394970"/>
                    <a:pt x="2240280" y="393700"/>
                  </a:cubicBezTo>
                  <a:cubicBezTo>
                    <a:pt x="2239010" y="393700"/>
                    <a:pt x="2213610" y="435610"/>
                    <a:pt x="2207260" y="447040"/>
                  </a:cubicBezTo>
                  <a:cubicBezTo>
                    <a:pt x="2203450" y="452120"/>
                    <a:pt x="2199640" y="458470"/>
                    <a:pt x="2199640" y="458470"/>
                  </a:cubicBezTo>
                  <a:moveTo>
                    <a:pt x="2354580" y="965200"/>
                  </a:moveTo>
                  <a:cubicBezTo>
                    <a:pt x="2388870" y="1018540"/>
                    <a:pt x="2387600" y="1049020"/>
                    <a:pt x="2404110" y="1064260"/>
                  </a:cubicBezTo>
                  <a:cubicBezTo>
                    <a:pt x="2424430" y="1083310"/>
                    <a:pt x="2463800" y="1082040"/>
                    <a:pt x="2504440" y="1094740"/>
                  </a:cubicBezTo>
                  <a:cubicBezTo>
                    <a:pt x="2569210" y="1116330"/>
                    <a:pt x="2686050" y="1162050"/>
                    <a:pt x="2752090" y="1184910"/>
                  </a:cubicBezTo>
                  <a:cubicBezTo>
                    <a:pt x="2796540" y="1200150"/>
                    <a:pt x="2821940" y="1214120"/>
                    <a:pt x="2862580" y="1220470"/>
                  </a:cubicBezTo>
                  <a:cubicBezTo>
                    <a:pt x="2909570" y="1228090"/>
                    <a:pt x="2970530" y="1221740"/>
                    <a:pt x="3021330" y="1221740"/>
                  </a:cubicBezTo>
                  <a:cubicBezTo>
                    <a:pt x="3067050" y="1221740"/>
                    <a:pt x="3114040" y="1221740"/>
                    <a:pt x="3152140" y="1221740"/>
                  </a:cubicBezTo>
                  <a:cubicBezTo>
                    <a:pt x="3182620" y="1220470"/>
                    <a:pt x="3233420" y="1223010"/>
                    <a:pt x="3233420" y="1219200"/>
                  </a:cubicBezTo>
                  <a:cubicBezTo>
                    <a:pt x="3234690" y="1214120"/>
                    <a:pt x="3158490" y="1206500"/>
                    <a:pt x="3119120" y="1189990"/>
                  </a:cubicBezTo>
                  <a:cubicBezTo>
                    <a:pt x="3069590" y="1169670"/>
                    <a:pt x="2975610" y="1097280"/>
                    <a:pt x="2965450" y="1101090"/>
                  </a:cubicBezTo>
                  <a:cubicBezTo>
                    <a:pt x="2964180" y="1101090"/>
                    <a:pt x="2964180" y="1103630"/>
                    <a:pt x="2964180" y="1103630"/>
                  </a:cubicBezTo>
                  <a:cubicBezTo>
                    <a:pt x="2964180" y="1103630"/>
                    <a:pt x="2960370" y="1108710"/>
                    <a:pt x="2959100" y="1111250"/>
                  </a:cubicBezTo>
                  <a:cubicBezTo>
                    <a:pt x="2957830" y="1113790"/>
                    <a:pt x="2954020" y="1117600"/>
                    <a:pt x="2954020" y="1117600"/>
                  </a:cubicBezTo>
                  <a:cubicBezTo>
                    <a:pt x="2954020" y="1117600"/>
                    <a:pt x="2950210" y="1121410"/>
                    <a:pt x="2947670" y="1122680"/>
                  </a:cubicBezTo>
                  <a:cubicBezTo>
                    <a:pt x="2945130" y="1125220"/>
                    <a:pt x="2941320" y="1129030"/>
                    <a:pt x="2941320" y="1129030"/>
                  </a:cubicBezTo>
                  <a:cubicBezTo>
                    <a:pt x="2941320" y="1129030"/>
                    <a:pt x="2936240" y="1131570"/>
                    <a:pt x="2933700" y="1132840"/>
                  </a:cubicBezTo>
                  <a:cubicBezTo>
                    <a:pt x="2931160" y="1134110"/>
                    <a:pt x="2926080" y="1136650"/>
                    <a:pt x="2926080" y="1136650"/>
                  </a:cubicBezTo>
                  <a:cubicBezTo>
                    <a:pt x="2924810" y="1136650"/>
                    <a:pt x="2919730" y="1137920"/>
                    <a:pt x="2917190" y="1137920"/>
                  </a:cubicBezTo>
                  <a:cubicBezTo>
                    <a:pt x="2914650" y="1137920"/>
                    <a:pt x="2908300" y="1139190"/>
                    <a:pt x="2908300" y="1139190"/>
                  </a:cubicBezTo>
                  <a:cubicBezTo>
                    <a:pt x="2908300" y="1139190"/>
                    <a:pt x="2903220" y="1139190"/>
                    <a:pt x="2900680" y="1139190"/>
                  </a:cubicBezTo>
                  <a:cubicBezTo>
                    <a:pt x="2896870" y="1139190"/>
                    <a:pt x="2891790" y="1139190"/>
                    <a:pt x="2891790" y="1139190"/>
                  </a:cubicBezTo>
                  <a:cubicBezTo>
                    <a:pt x="2891790" y="1139190"/>
                    <a:pt x="2886710" y="1137920"/>
                    <a:pt x="2882900" y="1136650"/>
                  </a:cubicBezTo>
                  <a:cubicBezTo>
                    <a:pt x="2880360" y="1135380"/>
                    <a:pt x="2875280" y="1134110"/>
                    <a:pt x="2875280" y="1134110"/>
                  </a:cubicBezTo>
                  <a:cubicBezTo>
                    <a:pt x="2875280" y="1134110"/>
                    <a:pt x="2804160" y="1099820"/>
                    <a:pt x="2766060" y="1085850"/>
                  </a:cubicBezTo>
                  <a:cubicBezTo>
                    <a:pt x="2724150" y="1069340"/>
                    <a:pt x="2680970" y="1056640"/>
                    <a:pt x="2635250" y="1042670"/>
                  </a:cubicBezTo>
                  <a:cubicBezTo>
                    <a:pt x="2583180" y="1026160"/>
                    <a:pt x="2520950" y="1008380"/>
                    <a:pt x="2471420" y="994410"/>
                  </a:cubicBezTo>
                  <a:cubicBezTo>
                    <a:pt x="2428240" y="982980"/>
                    <a:pt x="2354580" y="965200"/>
                    <a:pt x="2354580" y="965200"/>
                  </a:cubicBezTo>
                  <a:moveTo>
                    <a:pt x="2489200" y="1885950"/>
                  </a:moveTo>
                  <a:cubicBezTo>
                    <a:pt x="2493010" y="1887220"/>
                    <a:pt x="2493010" y="1887220"/>
                    <a:pt x="2493010" y="1887220"/>
                  </a:cubicBezTo>
                  <a:cubicBezTo>
                    <a:pt x="2493010" y="1887220"/>
                    <a:pt x="2496820" y="1889760"/>
                    <a:pt x="2499360" y="1891030"/>
                  </a:cubicBezTo>
                  <a:cubicBezTo>
                    <a:pt x="2501900" y="1893570"/>
                    <a:pt x="2506980" y="1896110"/>
                    <a:pt x="2506980" y="1896110"/>
                  </a:cubicBezTo>
                  <a:cubicBezTo>
                    <a:pt x="2506980" y="1896110"/>
                    <a:pt x="2506980" y="1897380"/>
                    <a:pt x="2506980" y="1897380"/>
                  </a:cubicBezTo>
                  <a:cubicBezTo>
                    <a:pt x="2509520" y="1898650"/>
                    <a:pt x="2562860" y="1903730"/>
                    <a:pt x="2564130" y="1899920"/>
                  </a:cubicBezTo>
                  <a:cubicBezTo>
                    <a:pt x="2565400" y="1898650"/>
                    <a:pt x="2562860" y="1897380"/>
                    <a:pt x="2561590" y="1896110"/>
                  </a:cubicBezTo>
                  <a:cubicBezTo>
                    <a:pt x="2559050" y="1894840"/>
                    <a:pt x="2556510" y="1889760"/>
                    <a:pt x="2556510" y="1889760"/>
                  </a:cubicBezTo>
                  <a:cubicBezTo>
                    <a:pt x="2555240" y="1888490"/>
                    <a:pt x="2550160" y="1888490"/>
                    <a:pt x="2545080" y="1888490"/>
                  </a:cubicBezTo>
                  <a:cubicBezTo>
                    <a:pt x="2533650" y="1887220"/>
                    <a:pt x="2489200" y="1885950"/>
                    <a:pt x="2489200" y="1885950"/>
                  </a:cubicBezTo>
                  <a:moveTo>
                    <a:pt x="2856230" y="1421130"/>
                  </a:moveTo>
                  <a:cubicBezTo>
                    <a:pt x="2862580" y="1427480"/>
                    <a:pt x="2872740" y="1442720"/>
                    <a:pt x="2884170" y="1447800"/>
                  </a:cubicBezTo>
                  <a:cubicBezTo>
                    <a:pt x="2901950" y="1456690"/>
                    <a:pt x="2928620" y="1455420"/>
                    <a:pt x="2954020" y="1459230"/>
                  </a:cubicBezTo>
                  <a:cubicBezTo>
                    <a:pt x="2987040" y="1465580"/>
                    <a:pt x="3064510" y="1479550"/>
                    <a:pt x="3064510" y="1479550"/>
                  </a:cubicBezTo>
                  <a:cubicBezTo>
                    <a:pt x="3064510" y="1479550"/>
                    <a:pt x="3069590" y="1480820"/>
                    <a:pt x="3070860" y="1480820"/>
                  </a:cubicBezTo>
                  <a:cubicBezTo>
                    <a:pt x="3073400" y="1482090"/>
                    <a:pt x="3078480" y="1482090"/>
                    <a:pt x="3078480" y="1482090"/>
                  </a:cubicBezTo>
                  <a:cubicBezTo>
                    <a:pt x="3078480" y="1482090"/>
                    <a:pt x="3083560" y="1484630"/>
                    <a:pt x="3086100" y="1485900"/>
                  </a:cubicBezTo>
                  <a:cubicBezTo>
                    <a:pt x="3087370" y="1487170"/>
                    <a:pt x="3092450" y="1488440"/>
                    <a:pt x="3092450" y="1488440"/>
                  </a:cubicBezTo>
                  <a:cubicBezTo>
                    <a:pt x="3092450" y="1488440"/>
                    <a:pt x="3096260" y="1492250"/>
                    <a:pt x="3098800" y="1493520"/>
                  </a:cubicBezTo>
                  <a:cubicBezTo>
                    <a:pt x="3100070" y="1494790"/>
                    <a:pt x="3103880" y="1497330"/>
                    <a:pt x="3103880" y="1497330"/>
                  </a:cubicBezTo>
                  <a:cubicBezTo>
                    <a:pt x="3103880" y="1498600"/>
                    <a:pt x="3107690" y="1502410"/>
                    <a:pt x="3108960" y="1503680"/>
                  </a:cubicBezTo>
                  <a:cubicBezTo>
                    <a:pt x="3110230" y="1506220"/>
                    <a:pt x="3114040" y="1510030"/>
                    <a:pt x="3114040" y="1510030"/>
                  </a:cubicBezTo>
                  <a:cubicBezTo>
                    <a:pt x="3114040" y="1510030"/>
                    <a:pt x="3115310" y="1513840"/>
                    <a:pt x="3116580" y="1516380"/>
                  </a:cubicBezTo>
                  <a:cubicBezTo>
                    <a:pt x="3117850" y="1518920"/>
                    <a:pt x="3116580" y="1520190"/>
                    <a:pt x="3119120" y="1522730"/>
                  </a:cubicBezTo>
                  <a:cubicBezTo>
                    <a:pt x="3133090" y="1534160"/>
                    <a:pt x="3282950" y="1559560"/>
                    <a:pt x="3308350" y="1565910"/>
                  </a:cubicBezTo>
                  <a:cubicBezTo>
                    <a:pt x="3315970" y="1567180"/>
                    <a:pt x="3314700" y="1567180"/>
                    <a:pt x="3321050" y="1569720"/>
                  </a:cubicBezTo>
                  <a:cubicBezTo>
                    <a:pt x="3345180" y="1574800"/>
                    <a:pt x="3445510" y="1591310"/>
                    <a:pt x="3479800" y="1595120"/>
                  </a:cubicBezTo>
                  <a:cubicBezTo>
                    <a:pt x="3496310" y="1597660"/>
                    <a:pt x="3517900" y="1600200"/>
                    <a:pt x="3517900" y="1598930"/>
                  </a:cubicBezTo>
                  <a:cubicBezTo>
                    <a:pt x="3517900" y="1596390"/>
                    <a:pt x="3503930" y="1592580"/>
                    <a:pt x="3488690" y="1587500"/>
                  </a:cubicBezTo>
                  <a:cubicBezTo>
                    <a:pt x="3442970" y="1572260"/>
                    <a:pt x="3286760" y="1522730"/>
                    <a:pt x="3204210" y="1498600"/>
                  </a:cubicBezTo>
                  <a:cubicBezTo>
                    <a:pt x="3140710" y="1479550"/>
                    <a:pt x="3067050" y="1459230"/>
                    <a:pt x="3036570" y="1451610"/>
                  </a:cubicBezTo>
                  <a:cubicBezTo>
                    <a:pt x="3025140" y="1449070"/>
                    <a:pt x="3022600" y="1450340"/>
                    <a:pt x="3012440" y="1447800"/>
                  </a:cubicBezTo>
                  <a:cubicBezTo>
                    <a:pt x="2997200" y="1445260"/>
                    <a:pt x="2973070" y="1437640"/>
                    <a:pt x="2952750" y="1433830"/>
                  </a:cubicBezTo>
                  <a:cubicBezTo>
                    <a:pt x="2928620" y="1428750"/>
                    <a:pt x="2894330" y="1427480"/>
                    <a:pt x="2876550" y="1424940"/>
                  </a:cubicBezTo>
                  <a:cubicBezTo>
                    <a:pt x="2867660" y="1423670"/>
                    <a:pt x="2856230" y="1421130"/>
                    <a:pt x="2856230" y="1421130"/>
                  </a:cubicBezTo>
                  <a:moveTo>
                    <a:pt x="3145790" y="1979930"/>
                  </a:moveTo>
                  <a:cubicBezTo>
                    <a:pt x="3145790" y="1979930"/>
                    <a:pt x="3145790" y="1986280"/>
                    <a:pt x="3145790" y="1988820"/>
                  </a:cubicBezTo>
                  <a:cubicBezTo>
                    <a:pt x="3145790" y="1991360"/>
                    <a:pt x="3147060" y="1996440"/>
                    <a:pt x="3147060" y="1996440"/>
                  </a:cubicBezTo>
                  <a:cubicBezTo>
                    <a:pt x="3147060" y="1996440"/>
                    <a:pt x="3145790" y="2004060"/>
                    <a:pt x="3145790" y="2005330"/>
                  </a:cubicBezTo>
                  <a:cubicBezTo>
                    <a:pt x="3145790" y="2006600"/>
                    <a:pt x="3145790" y="2006600"/>
                    <a:pt x="3145790" y="2006600"/>
                  </a:cubicBezTo>
                  <a:cubicBezTo>
                    <a:pt x="3148330" y="2010410"/>
                    <a:pt x="3176270" y="2006600"/>
                    <a:pt x="3201670" y="2006600"/>
                  </a:cubicBezTo>
                  <a:cubicBezTo>
                    <a:pt x="3261360" y="2005330"/>
                    <a:pt x="3398520" y="2004060"/>
                    <a:pt x="3493770" y="2000250"/>
                  </a:cubicBezTo>
                  <a:cubicBezTo>
                    <a:pt x="3583940" y="1996440"/>
                    <a:pt x="3754120" y="1986280"/>
                    <a:pt x="3760470" y="1985010"/>
                  </a:cubicBezTo>
                  <a:cubicBezTo>
                    <a:pt x="3760470" y="1985010"/>
                    <a:pt x="3743960" y="1985010"/>
                    <a:pt x="3733800" y="1983740"/>
                  </a:cubicBezTo>
                  <a:cubicBezTo>
                    <a:pt x="3721100" y="1982470"/>
                    <a:pt x="3695700" y="1978660"/>
                    <a:pt x="3693160" y="1978660"/>
                  </a:cubicBezTo>
                  <a:cubicBezTo>
                    <a:pt x="3691890" y="1979930"/>
                    <a:pt x="3686810" y="1983740"/>
                    <a:pt x="3686810" y="1983740"/>
                  </a:cubicBezTo>
                  <a:cubicBezTo>
                    <a:pt x="3685540" y="1983740"/>
                    <a:pt x="3681730" y="1985010"/>
                    <a:pt x="3679190" y="1986280"/>
                  </a:cubicBezTo>
                  <a:cubicBezTo>
                    <a:pt x="3676650" y="1986280"/>
                    <a:pt x="3671570" y="1988820"/>
                    <a:pt x="3671570" y="1988820"/>
                  </a:cubicBezTo>
                  <a:cubicBezTo>
                    <a:pt x="3671570" y="1988820"/>
                    <a:pt x="3666490" y="1988820"/>
                    <a:pt x="3663950" y="1988820"/>
                  </a:cubicBezTo>
                  <a:cubicBezTo>
                    <a:pt x="3661410" y="1988820"/>
                    <a:pt x="3656330" y="1990090"/>
                    <a:pt x="3656330" y="1990090"/>
                  </a:cubicBezTo>
                  <a:cubicBezTo>
                    <a:pt x="3656330" y="1990090"/>
                    <a:pt x="3641090" y="1987550"/>
                    <a:pt x="3628390" y="1986280"/>
                  </a:cubicBezTo>
                  <a:cubicBezTo>
                    <a:pt x="3605530" y="1985010"/>
                    <a:pt x="3564890" y="1983740"/>
                    <a:pt x="3529330" y="1981200"/>
                  </a:cubicBezTo>
                  <a:cubicBezTo>
                    <a:pt x="3487420" y="1978660"/>
                    <a:pt x="3440430" y="1976120"/>
                    <a:pt x="3394710" y="1972310"/>
                  </a:cubicBezTo>
                  <a:cubicBezTo>
                    <a:pt x="3345180" y="1968500"/>
                    <a:pt x="3288030" y="1953260"/>
                    <a:pt x="3243580" y="1955800"/>
                  </a:cubicBezTo>
                  <a:cubicBezTo>
                    <a:pt x="3206750" y="1958340"/>
                    <a:pt x="3145790" y="1979930"/>
                    <a:pt x="3145790" y="1979930"/>
                  </a:cubicBezTo>
                  <a:moveTo>
                    <a:pt x="3225800" y="1685290"/>
                  </a:moveTo>
                  <a:cubicBezTo>
                    <a:pt x="3235960" y="1691640"/>
                    <a:pt x="3247390" y="1699260"/>
                    <a:pt x="3257550" y="1701800"/>
                  </a:cubicBezTo>
                  <a:cubicBezTo>
                    <a:pt x="3271520" y="1704340"/>
                    <a:pt x="3308350" y="1705610"/>
                    <a:pt x="3308350" y="1703070"/>
                  </a:cubicBezTo>
                  <a:cubicBezTo>
                    <a:pt x="3308350" y="1700530"/>
                    <a:pt x="3255010" y="1689100"/>
                    <a:pt x="3241040" y="1686560"/>
                  </a:cubicBezTo>
                  <a:cubicBezTo>
                    <a:pt x="3233420" y="1686560"/>
                    <a:pt x="3225800" y="1685290"/>
                    <a:pt x="3225800" y="16852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4267498" y="1049655"/>
            <a:ext cx="2307908" cy="1333500"/>
            <a:chOff x="0" y="0"/>
            <a:chExt cx="3077210" cy="1778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50800" y="50362"/>
              <a:ext cx="2979909" cy="1702638"/>
            </a:xfrm>
            <a:custGeom>
              <a:avLst/>
              <a:gdLst/>
              <a:ahLst/>
              <a:cxnLst/>
              <a:rect r="r" b="b" t="t" l="l"/>
              <a:pathLst>
                <a:path h="1702638" w="2979909">
                  <a:moveTo>
                    <a:pt x="2198370" y="1426648"/>
                  </a:moveTo>
                  <a:cubicBezTo>
                    <a:pt x="1930400" y="1505388"/>
                    <a:pt x="1756410" y="1529518"/>
                    <a:pt x="1643380" y="1542218"/>
                  </a:cubicBezTo>
                  <a:cubicBezTo>
                    <a:pt x="1557020" y="1551108"/>
                    <a:pt x="1504950" y="1556188"/>
                    <a:pt x="1414780" y="1557458"/>
                  </a:cubicBezTo>
                  <a:cubicBezTo>
                    <a:pt x="1285240" y="1561268"/>
                    <a:pt x="1123950" y="1559998"/>
                    <a:pt x="941070" y="1547298"/>
                  </a:cubicBezTo>
                  <a:cubicBezTo>
                    <a:pt x="687070" y="1530788"/>
                    <a:pt x="120650" y="1507928"/>
                    <a:pt x="29210" y="1448238"/>
                  </a:cubicBezTo>
                  <a:cubicBezTo>
                    <a:pt x="6350" y="1432998"/>
                    <a:pt x="1270" y="1413948"/>
                    <a:pt x="0" y="1396168"/>
                  </a:cubicBezTo>
                  <a:cubicBezTo>
                    <a:pt x="0" y="1378388"/>
                    <a:pt x="7620" y="1358068"/>
                    <a:pt x="26670" y="1342828"/>
                  </a:cubicBezTo>
                  <a:cubicBezTo>
                    <a:pt x="59690" y="1316158"/>
                    <a:pt x="134620" y="1304728"/>
                    <a:pt x="219710" y="1292028"/>
                  </a:cubicBezTo>
                  <a:cubicBezTo>
                    <a:pt x="375920" y="1269168"/>
                    <a:pt x="645160" y="1271708"/>
                    <a:pt x="894080" y="1265358"/>
                  </a:cubicBezTo>
                  <a:cubicBezTo>
                    <a:pt x="1203960" y="1257738"/>
                    <a:pt x="1821180" y="1232338"/>
                    <a:pt x="1939290" y="1253928"/>
                  </a:cubicBezTo>
                  <a:cubicBezTo>
                    <a:pt x="1963420" y="1257738"/>
                    <a:pt x="1972310" y="1260278"/>
                    <a:pt x="1982470" y="1270438"/>
                  </a:cubicBezTo>
                  <a:cubicBezTo>
                    <a:pt x="1993900" y="1280598"/>
                    <a:pt x="2002790" y="1297108"/>
                    <a:pt x="2004060" y="1312348"/>
                  </a:cubicBezTo>
                  <a:cubicBezTo>
                    <a:pt x="2006600" y="1326318"/>
                    <a:pt x="2001520" y="1345368"/>
                    <a:pt x="1993900" y="1358068"/>
                  </a:cubicBezTo>
                  <a:cubicBezTo>
                    <a:pt x="1985010" y="1369498"/>
                    <a:pt x="1974850" y="1378388"/>
                    <a:pt x="1954530" y="1384738"/>
                  </a:cubicBezTo>
                  <a:cubicBezTo>
                    <a:pt x="1901190" y="1402518"/>
                    <a:pt x="1697990" y="1406328"/>
                    <a:pt x="1635760" y="1392358"/>
                  </a:cubicBezTo>
                  <a:cubicBezTo>
                    <a:pt x="1606550" y="1384738"/>
                    <a:pt x="1587500" y="1377118"/>
                    <a:pt x="1576070" y="1360608"/>
                  </a:cubicBezTo>
                  <a:cubicBezTo>
                    <a:pt x="1564640" y="1345368"/>
                    <a:pt x="1562100" y="1312348"/>
                    <a:pt x="1568450" y="1294568"/>
                  </a:cubicBezTo>
                  <a:cubicBezTo>
                    <a:pt x="1573530" y="1279328"/>
                    <a:pt x="1590040" y="1264088"/>
                    <a:pt x="1602740" y="1256468"/>
                  </a:cubicBezTo>
                  <a:cubicBezTo>
                    <a:pt x="1612900" y="1250118"/>
                    <a:pt x="1617980" y="1247578"/>
                    <a:pt x="1635760" y="1248848"/>
                  </a:cubicBezTo>
                  <a:cubicBezTo>
                    <a:pt x="1703070" y="1251388"/>
                    <a:pt x="1998980" y="1364418"/>
                    <a:pt x="2118360" y="1412678"/>
                  </a:cubicBezTo>
                  <a:cubicBezTo>
                    <a:pt x="2192020" y="1443158"/>
                    <a:pt x="2244090" y="1458398"/>
                    <a:pt x="2291080" y="1495228"/>
                  </a:cubicBezTo>
                  <a:cubicBezTo>
                    <a:pt x="2332990" y="1526978"/>
                    <a:pt x="2395220" y="1580318"/>
                    <a:pt x="2388870" y="1610798"/>
                  </a:cubicBezTo>
                  <a:cubicBezTo>
                    <a:pt x="2382520" y="1640008"/>
                    <a:pt x="2324100" y="1661598"/>
                    <a:pt x="2258060" y="1676838"/>
                  </a:cubicBezTo>
                  <a:cubicBezTo>
                    <a:pt x="2090420" y="1716208"/>
                    <a:pt x="1449070" y="1707318"/>
                    <a:pt x="1319530" y="1671758"/>
                  </a:cubicBezTo>
                  <a:cubicBezTo>
                    <a:pt x="1281430" y="1661598"/>
                    <a:pt x="1263650" y="1650168"/>
                    <a:pt x="1252220" y="1632388"/>
                  </a:cubicBezTo>
                  <a:cubicBezTo>
                    <a:pt x="1240790" y="1614608"/>
                    <a:pt x="1238250" y="1586668"/>
                    <a:pt x="1244600" y="1568888"/>
                  </a:cubicBezTo>
                  <a:cubicBezTo>
                    <a:pt x="1250950" y="1552378"/>
                    <a:pt x="1268730" y="1537138"/>
                    <a:pt x="1291590" y="1526978"/>
                  </a:cubicBezTo>
                  <a:cubicBezTo>
                    <a:pt x="1325880" y="1513008"/>
                    <a:pt x="1374140" y="1524438"/>
                    <a:pt x="1441450" y="1515548"/>
                  </a:cubicBezTo>
                  <a:cubicBezTo>
                    <a:pt x="1577340" y="1497768"/>
                    <a:pt x="1922780" y="1426648"/>
                    <a:pt x="2063750" y="1398708"/>
                  </a:cubicBezTo>
                  <a:cubicBezTo>
                    <a:pt x="2137410" y="1383468"/>
                    <a:pt x="2176780" y="1378388"/>
                    <a:pt x="2231390" y="1361878"/>
                  </a:cubicBezTo>
                  <a:cubicBezTo>
                    <a:pt x="2287270" y="1344098"/>
                    <a:pt x="2362200" y="1300918"/>
                    <a:pt x="2395220" y="1294568"/>
                  </a:cubicBezTo>
                  <a:cubicBezTo>
                    <a:pt x="2409190" y="1292028"/>
                    <a:pt x="2416810" y="1293298"/>
                    <a:pt x="2426970" y="1295838"/>
                  </a:cubicBezTo>
                  <a:cubicBezTo>
                    <a:pt x="2435860" y="1298378"/>
                    <a:pt x="2446020" y="1302188"/>
                    <a:pt x="2453640" y="1311078"/>
                  </a:cubicBezTo>
                  <a:cubicBezTo>
                    <a:pt x="2462530" y="1319968"/>
                    <a:pt x="2472690" y="1337748"/>
                    <a:pt x="2473960" y="1351718"/>
                  </a:cubicBezTo>
                  <a:cubicBezTo>
                    <a:pt x="2475230" y="1365688"/>
                    <a:pt x="2471420" y="1384738"/>
                    <a:pt x="2462530" y="1396168"/>
                  </a:cubicBezTo>
                  <a:cubicBezTo>
                    <a:pt x="2453640" y="1407598"/>
                    <a:pt x="2442210" y="1417758"/>
                    <a:pt x="2424430" y="1421568"/>
                  </a:cubicBezTo>
                  <a:cubicBezTo>
                    <a:pt x="2391410" y="1429188"/>
                    <a:pt x="2334260" y="1403788"/>
                    <a:pt x="2275840" y="1398708"/>
                  </a:cubicBezTo>
                  <a:cubicBezTo>
                    <a:pt x="2193290" y="1389818"/>
                    <a:pt x="2096770" y="1388548"/>
                    <a:pt x="1974850" y="1386008"/>
                  </a:cubicBezTo>
                  <a:cubicBezTo>
                    <a:pt x="1788160" y="1380928"/>
                    <a:pt x="1351280" y="1361878"/>
                    <a:pt x="1262380" y="1378388"/>
                  </a:cubicBezTo>
                  <a:cubicBezTo>
                    <a:pt x="1242060" y="1383468"/>
                    <a:pt x="1238250" y="1394898"/>
                    <a:pt x="1224280" y="1394898"/>
                  </a:cubicBezTo>
                  <a:cubicBezTo>
                    <a:pt x="1211580" y="1394898"/>
                    <a:pt x="1195070" y="1388548"/>
                    <a:pt x="1184910" y="1379658"/>
                  </a:cubicBezTo>
                  <a:cubicBezTo>
                    <a:pt x="1174750" y="1370768"/>
                    <a:pt x="1167130" y="1352988"/>
                    <a:pt x="1164590" y="1341558"/>
                  </a:cubicBezTo>
                  <a:cubicBezTo>
                    <a:pt x="1163320" y="1331398"/>
                    <a:pt x="1164590" y="1321238"/>
                    <a:pt x="1168400" y="1312348"/>
                  </a:cubicBezTo>
                  <a:cubicBezTo>
                    <a:pt x="1173480" y="1300918"/>
                    <a:pt x="1176020" y="1289488"/>
                    <a:pt x="1196340" y="1280598"/>
                  </a:cubicBezTo>
                  <a:cubicBezTo>
                    <a:pt x="1327150" y="1222178"/>
                    <a:pt x="2744470" y="1237418"/>
                    <a:pt x="2914650" y="1279328"/>
                  </a:cubicBezTo>
                  <a:cubicBezTo>
                    <a:pt x="2946400" y="1286948"/>
                    <a:pt x="2957830" y="1292028"/>
                    <a:pt x="2967990" y="1307268"/>
                  </a:cubicBezTo>
                  <a:cubicBezTo>
                    <a:pt x="2978150" y="1322508"/>
                    <a:pt x="2981960" y="1350448"/>
                    <a:pt x="2975610" y="1366958"/>
                  </a:cubicBezTo>
                  <a:cubicBezTo>
                    <a:pt x="2969260" y="1383468"/>
                    <a:pt x="2951480" y="1399978"/>
                    <a:pt x="2929890" y="1407598"/>
                  </a:cubicBezTo>
                  <a:cubicBezTo>
                    <a:pt x="2896870" y="1419028"/>
                    <a:pt x="2843530" y="1406328"/>
                    <a:pt x="2782570" y="1396168"/>
                  </a:cubicBezTo>
                  <a:cubicBezTo>
                    <a:pt x="2678430" y="1378388"/>
                    <a:pt x="2426970" y="1327588"/>
                    <a:pt x="2366010" y="1292028"/>
                  </a:cubicBezTo>
                  <a:cubicBezTo>
                    <a:pt x="2345690" y="1279328"/>
                    <a:pt x="2338070" y="1269168"/>
                    <a:pt x="2331720" y="1255198"/>
                  </a:cubicBezTo>
                  <a:cubicBezTo>
                    <a:pt x="2325370" y="1239958"/>
                    <a:pt x="2326640" y="1218368"/>
                    <a:pt x="2330450" y="1204398"/>
                  </a:cubicBezTo>
                  <a:cubicBezTo>
                    <a:pt x="2332990" y="1192968"/>
                    <a:pt x="2339340" y="1182808"/>
                    <a:pt x="2348230" y="1175188"/>
                  </a:cubicBezTo>
                  <a:cubicBezTo>
                    <a:pt x="2359660" y="1166298"/>
                    <a:pt x="2374900" y="1154868"/>
                    <a:pt x="2395220" y="1156138"/>
                  </a:cubicBezTo>
                  <a:cubicBezTo>
                    <a:pt x="2439670" y="1158678"/>
                    <a:pt x="2547620" y="1227258"/>
                    <a:pt x="2593340" y="1257738"/>
                  </a:cubicBezTo>
                  <a:cubicBezTo>
                    <a:pt x="2620010" y="1275518"/>
                    <a:pt x="2630170" y="1295838"/>
                    <a:pt x="2653030" y="1308538"/>
                  </a:cubicBezTo>
                  <a:cubicBezTo>
                    <a:pt x="2675890" y="1321238"/>
                    <a:pt x="2708910" y="1321238"/>
                    <a:pt x="2729230" y="1335208"/>
                  </a:cubicBezTo>
                  <a:cubicBezTo>
                    <a:pt x="2747010" y="1346638"/>
                    <a:pt x="2762250" y="1363148"/>
                    <a:pt x="2769870" y="1377118"/>
                  </a:cubicBezTo>
                  <a:cubicBezTo>
                    <a:pt x="2774950" y="1389818"/>
                    <a:pt x="2777490" y="1401248"/>
                    <a:pt x="2776220" y="1413948"/>
                  </a:cubicBezTo>
                  <a:cubicBezTo>
                    <a:pt x="2774950" y="1429188"/>
                    <a:pt x="2766060" y="1450778"/>
                    <a:pt x="2754630" y="1463478"/>
                  </a:cubicBezTo>
                  <a:cubicBezTo>
                    <a:pt x="2741930" y="1474908"/>
                    <a:pt x="2725420" y="1481258"/>
                    <a:pt x="2705100" y="1486338"/>
                  </a:cubicBezTo>
                  <a:cubicBezTo>
                    <a:pt x="2673350" y="1493958"/>
                    <a:pt x="2626360" y="1496498"/>
                    <a:pt x="2580640" y="1492688"/>
                  </a:cubicBezTo>
                  <a:cubicBezTo>
                    <a:pt x="2519680" y="1488878"/>
                    <a:pt x="2457450" y="1485068"/>
                    <a:pt x="2372360" y="1452048"/>
                  </a:cubicBezTo>
                  <a:cubicBezTo>
                    <a:pt x="2207260" y="1388548"/>
                    <a:pt x="1851660" y="1153598"/>
                    <a:pt x="1701800" y="1050728"/>
                  </a:cubicBezTo>
                  <a:cubicBezTo>
                    <a:pt x="1623060" y="996118"/>
                    <a:pt x="1568450" y="951668"/>
                    <a:pt x="1527810" y="913568"/>
                  </a:cubicBezTo>
                  <a:cubicBezTo>
                    <a:pt x="1502410" y="891978"/>
                    <a:pt x="1471930" y="875468"/>
                    <a:pt x="1471930" y="855148"/>
                  </a:cubicBezTo>
                  <a:cubicBezTo>
                    <a:pt x="1471930" y="832288"/>
                    <a:pt x="1510030" y="782758"/>
                    <a:pt x="1544320" y="782758"/>
                  </a:cubicBezTo>
                  <a:cubicBezTo>
                    <a:pt x="1633220" y="784028"/>
                    <a:pt x="1985010" y="1224718"/>
                    <a:pt x="2026920" y="1297108"/>
                  </a:cubicBezTo>
                  <a:cubicBezTo>
                    <a:pt x="2035810" y="1313618"/>
                    <a:pt x="2037080" y="1318698"/>
                    <a:pt x="2037080" y="1331398"/>
                  </a:cubicBezTo>
                  <a:cubicBezTo>
                    <a:pt x="2037080" y="1345368"/>
                    <a:pt x="2029460" y="1368228"/>
                    <a:pt x="2021840" y="1380928"/>
                  </a:cubicBezTo>
                  <a:cubicBezTo>
                    <a:pt x="2014220" y="1389818"/>
                    <a:pt x="2005330" y="1397438"/>
                    <a:pt x="1993900" y="1401248"/>
                  </a:cubicBezTo>
                  <a:cubicBezTo>
                    <a:pt x="1979930" y="1407598"/>
                    <a:pt x="1964690" y="1407598"/>
                    <a:pt x="1941830" y="1405058"/>
                  </a:cubicBezTo>
                  <a:cubicBezTo>
                    <a:pt x="1892300" y="1397438"/>
                    <a:pt x="1784350" y="1350448"/>
                    <a:pt x="1717040" y="1319968"/>
                  </a:cubicBezTo>
                  <a:cubicBezTo>
                    <a:pt x="1659890" y="1295838"/>
                    <a:pt x="1612900" y="1271708"/>
                    <a:pt x="1563370" y="1242498"/>
                  </a:cubicBezTo>
                  <a:cubicBezTo>
                    <a:pt x="1511300" y="1210748"/>
                    <a:pt x="1464310" y="1167568"/>
                    <a:pt x="1412240" y="1135818"/>
                  </a:cubicBezTo>
                  <a:cubicBezTo>
                    <a:pt x="1360170" y="1105338"/>
                    <a:pt x="1313180" y="1091368"/>
                    <a:pt x="1249680" y="1055808"/>
                  </a:cubicBezTo>
                  <a:cubicBezTo>
                    <a:pt x="1153160" y="1001198"/>
                    <a:pt x="1013460" y="911028"/>
                    <a:pt x="894080" y="833558"/>
                  </a:cubicBezTo>
                  <a:cubicBezTo>
                    <a:pt x="769620" y="752278"/>
                    <a:pt x="542290" y="651948"/>
                    <a:pt x="515620" y="580828"/>
                  </a:cubicBezTo>
                  <a:cubicBezTo>
                    <a:pt x="504190" y="549078"/>
                    <a:pt x="523240" y="497008"/>
                    <a:pt x="539750" y="493198"/>
                  </a:cubicBezTo>
                  <a:cubicBezTo>
                    <a:pt x="571500" y="488118"/>
                    <a:pt x="718820" y="670998"/>
                    <a:pt x="720090" y="728148"/>
                  </a:cubicBezTo>
                  <a:cubicBezTo>
                    <a:pt x="720090" y="761168"/>
                    <a:pt x="673100" y="809428"/>
                    <a:pt x="662940" y="806888"/>
                  </a:cubicBezTo>
                  <a:cubicBezTo>
                    <a:pt x="651510" y="803078"/>
                    <a:pt x="654050" y="730688"/>
                    <a:pt x="660400" y="679888"/>
                  </a:cubicBezTo>
                  <a:cubicBezTo>
                    <a:pt x="670560" y="602418"/>
                    <a:pt x="716280" y="480498"/>
                    <a:pt x="749300" y="390328"/>
                  </a:cubicBezTo>
                  <a:cubicBezTo>
                    <a:pt x="779780" y="309048"/>
                    <a:pt x="817880" y="223958"/>
                    <a:pt x="847090" y="160458"/>
                  </a:cubicBezTo>
                  <a:cubicBezTo>
                    <a:pt x="868680" y="114738"/>
                    <a:pt x="876300" y="71558"/>
                    <a:pt x="906780" y="44888"/>
                  </a:cubicBezTo>
                  <a:cubicBezTo>
                    <a:pt x="937260" y="18218"/>
                    <a:pt x="996950" y="-3372"/>
                    <a:pt x="1029970" y="438"/>
                  </a:cubicBezTo>
                  <a:cubicBezTo>
                    <a:pt x="1056640" y="4248"/>
                    <a:pt x="1080770" y="24568"/>
                    <a:pt x="1096010" y="43618"/>
                  </a:cubicBezTo>
                  <a:cubicBezTo>
                    <a:pt x="1111250" y="65208"/>
                    <a:pt x="1113790" y="89338"/>
                    <a:pt x="1121410" y="124898"/>
                  </a:cubicBezTo>
                  <a:cubicBezTo>
                    <a:pt x="1135380" y="192208"/>
                    <a:pt x="1151890" y="314128"/>
                    <a:pt x="1159510" y="422078"/>
                  </a:cubicBezTo>
                  <a:cubicBezTo>
                    <a:pt x="1169670" y="550348"/>
                    <a:pt x="1158240" y="740848"/>
                    <a:pt x="1165860" y="847528"/>
                  </a:cubicBezTo>
                  <a:cubicBezTo>
                    <a:pt x="1170940" y="912298"/>
                    <a:pt x="1189990" y="968178"/>
                    <a:pt x="1188720" y="1005008"/>
                  </a:cubicBezTo>
                  <a:cubicBezTo>
                    <a:pt x="1187450" y="1025328"/>
                    <a:pt x="1186180" y="1039298"/>
                    <a:pt x="1177290" y="1050728"/>
                  </a:cubicBezTo>
                  <a:cubicBezTo>
                    <a:pt x="1169670" y="1063428"/>
                    <a:pt x="1153160" y="1074858"/>
                    <a:pt x="1139190" y="1078668"/>
                  </a:cubicBezTo>
                  <a:cubicBezTo>
                    <a:pt x="1123950" y="1082478"/>
                    <a:pt x="1104900" y="1081208"/>
                    <a:pt x="1090930" y="1073588"/>
                  </a:cubicBezTo>
                  <a:cubicBezTo>
                    <a:pt x="1075690" y="1064698"/>
                    <a:pt x="1057910" y="1043108"/>
                    <a:pt x="1055370" y="1022788"/>
                  </a:cubicBezTo>
                  <a:cubicBezTo>
                    <a:pt x="1052830" y="997388"/>
                    <a:pt x="1083310" y="973258"/>
                    <a:pt x="1094740" y="932618"/>
                  </a:cubicBezTo>
                  <a:cubicBezTo>
                    <a:pt x="1118870" y="853878"/>
                    <a:pt x="1126490" y="637978"/>
                    <a:pt x="1153160" y="580828"/>
                  </a:cubicBezTo>
                  <a:cubicBezTo>
                    <a:pt x="1163320" y="559238"/>
                    <a:pt x="1172210" y="549078"/>
                    <a:pt x="1186180" y="541458"/>
                  </a:cubicBezTo>
                  <a:cubicBezTo>
                    <a:pt x="1200150" y="533838"/>
                    <a:pt x="1220470" y="530028"/>
                    <a:pt x="1236980" y="533838"/>
                  </a:cubicBezTo>
                  <a:cubicBezTo>
                    <a:pt x="1254760" y="540188"/>
                    <a:pt x="1276350" y="555428"/>
                    <a:pt x="1287780" y="578288"/>
                  </a:cubicBezTo>
                  <a:cubicBezTo>
                    <a:pt x="1304290" y="612578"/>
                    <a:pt x="1301750" y="677348"/>
                    <a:pt x="1295400" y="739578"/>
                  </a:cubicBezTo>
                  <a:cubicBezTo>
                    <a:pt x="1287780" y="827208"/>
                    <a:pt x="1248410" y="994848"/>
                    <a:pt x="1223010" y="1054538"/>
                  </a:cubicBezTo>
                  <a:cubicBezTo>
                    <a:pt x="1211580" y="1079938"/>
                    <a:pt x="1201420" y="1092638"/>
                    <a:pt x="1188720" y="1104068"/>
                  </a:cubicBezTo>
                  <a:cubicBezTo>
                    <a:pt x="1178560" y="1112958"/>
                    <a:pt x="1169670" y="1120578"/>
                    <a:pt x="1155700" y="1121848"/>
                  </a:cubicBezTo>
                  <a:cubicBezTo>
                    <a:pt x="1137920" y="1124388"/>
                    <a:pt x="1102360" y="1116768"/>
                    <a:pt x="1087120" y="1104068"/>
                  </a:cubicBezTo>
                  <a:cubicBezTo>
                    <a:pt x="1073150" y="1093908"/>
                    <a:pt x="1069340" y="1078668"/>
                    <a:pt x="1061720" y="1055808"/>
                  </a:cubicBezTo>
                  <a:cubicBezTo>
                    <a:pt x="1047750" y="1012628"/>
                    <a:pt x="1033780" y="930078"/>
                    <a:pt x="1032510" y="853878"/>
                  </a:cubicBezTo>
                  <a:cubicBezTo>
                    <a:pt x="1029970" y="754818"/>
                    <a:pt x="1054100" y="622738"/>
                    <a:pt x="1070610" y="510978"/>
                  </a:cubicBezTo>
                  <a:cubicBezTo>
                    <a:pt x="1085850" y="404298"/>
                    <a:pt x="1109980" y="254438"/>
                    <a:pt x="1129030" y="198558"/>
                  </a:cubicBezTo>
                  <a:cubicBezTo>
                    <a:pt x="1135380" y="176968"/>
                    <a:pt x="1139190" y="165538"/>
                    <a:pt x="1150620" y="155378"/>
                  </a:cubicBezTo>
                  <a:cubicBezTo>
                    <a:pt x="1160780" y="145218"/>
                    <a:pt x="1179830" y="138868"/>
                    <a:pt x="1195070" y="137598"/>
                  </a:cubicBezTo>
                  <a:cubicBezTo>
                    <a:pt x="1210310" y="137598"/>
                    <a:pt x="1229360" y="143948"/>
                    <a:pt x="1240790" y="154108"/>
                  </a:cubicBezTo>
                  <a:cubicBezTo>
                    <a:pt x="1253490" y="166808"/>
                    <a:pt x="1261110" y="188398"/>
                    <a:pt x="1263650" y="212528"/>
                  </a:cubicBezTo>
                  <a:cubicBezTo>
                    <a:pt x="1266190" y="249358"/>
                    <a:pt x="1248410" y="298888"/>
                    <a:pt x="1234440" y="352228"/>
                  </a:cubicBezTo>
                  <a:cubicBezTo>
                    <a:pt x="1212850" y="429698"/>
                    <a:pt x="1169670" y="563048"/>
                    <a:pt x="1143000" y="630358"/>
                  </a:cubicBezTo>
                  <a:cubicBezTo>
                    <a:pt x="1127760" y="668458"/>
                    <a:pt x="1116330" y="687508"/>
                    <a:pt x="1099820" y="719258"/>
                  </a:cubicBezTo>
                  <a:cubicBezTo>
                    <a:pt x="1079500" y="756088"/>
                    <a:pt x="1062990" y="818318"/>
                    <a:pt x="1028700" y="836098"/>
                  </a:cubicBezTo>
                  <a:cubicBezTo>
                    <a:pt x="995680" y="853878"/>
                    <a:pt x="927100" y="850068"/>
                    <a:pt x="900430" y="828478"/>
                  </a:cubicBezTo>
                  <a:cubicBezTo>
                    <a:pt x="872490" y="808158"/>
                    <a:pt x="849630" y="730688"/>
                    <a:pt x="862330" y="711638"/>
                  </a:cubicBezTo>
                  <a:cubicBezTo>
                    <a:pt x="873760" y="695128"/>
                    <a:pt x="937260" y="690048"/>
                    <a:pt x="947420" y="702748"/>
                  </a:cubicBezTo>
                  <a:cubicBezTo>
                    <a:pt x="957580" y="715448"/>
                    <a:pt x="929640" y="761168"/>
                    <a:pt x="911860" y="796728"/>
                  </a:cubicBezTo>
                  <a:cubicBezTo>
                    <a:pt x="887730" y="850068"/>
                    <a:pt x="848360" y="947858"/>
                    <a:pt x="805180" y="980878"/>
                  </a:cubicBezTo>
                  <a:cubicBezTo>
                    <a:pt x="773430" y="1005008"/>
                    <a:pt x="734060" y="1020248"/>
                    <a:pt x="701040" y="1012628"/>
                  </a:cubicBezTo>
                  <a:cubicBezTo>
                    <a:pt x="662940" y="1003738"/>
                    <a:pt x="614680" y="947858"/>
                    <a:pt x="595630" y="913568"/>
                  </a:cubicBezTo>
                  <a:cubicBezTo>
                    <a:pt x="580390" y="886898"/>
                    <a:pt x="584200" y="871658"/>
                    <a:pt x="577850" y="829748"/>
                  </a:cubicBezTo>
                  <a:cubicBezTo>
                    <a:pt x="561340" y="707828"/>
                    <a:pt x="516890" y="202368"/>
                    <a:pt x="529590" y="104578"/>
                  </a:cubicBezTo>
                  <a:cubicBezTo>
                    <a:pt x="533400" y="79178"/>
                    <a:pt x="535940" y="69018"/>
                    <a:pt x="546100" y="57588"/>
                  </a:cubicBezTo>
                  <a:cubicBezTo>
                    <a:pt x="556260" y="44888"/>
                    <a:pt x="574040" y="33458"/>
                    <a:pt x="589280" y="32188"/>
                  </a:cubicBezTo>
                  <a:cubicBezTo>
                    <a:pt x="608330" y="30918"/>
                    <a:pt x="635000" y="34728"/>
                    <a:pt x="652780" y="53778"/>
                  </a:cubicBezTo>
                  <a:cubicBezTo>
                    <a:pt x="683260" y="86798"/>
                    <a:pt x="670560" y="239198"/>
                    <a:pt x="708660" y="267138"/>
                  </a:cubicBezTo>
                  <a:cubicBezTo>
                    <a:pt x="735330" y="287458"/>
                    <a:pt x="781050" y="248088"/>
                    <a:pt x="816610" y="263328"/>
                  </a:cubicBezTo>
                  <a:cubicBezTo>
                    <a:pt x="864870" y="284918"/>
                    <a:pt x="911860" y="385248"/>
                    <a:pt x="955040" y="429698"/>
                  </a:cubicBezTo>
                  <a:cubicBezTo>
                    <a:pt x="988060" y="461448"/>
                    <a:pt x="1033780" y="480498"/>
                    <a:pt x="1047750" y="507168"/>
                  </a:cubicBezTo>
                  <a:cubicBezTo>
                    <a:pt x="1056640" y="526218"/>
                    <a:pt x="1054100" y="549078"/>
                    <a:pt x="1050290" y="564318"/>
                  </a:cubicBezTo>
                  <a:cubicBezTo>
                    <a:pt x="1047750" y="578288"/>
                    <a:pt x="1041400" y="588448"/>
                    <a:pt x="1031240" y="598608"/>
                  </a:cubicBezTo>
                  <a:cubicBezTo>
                    <a:pt x="1018540" y="608768"/>
                    <a:pt x="994410" y="620198"/>
                    <a:pt x="977900" y="621468"/>
                  </a:cubicBezTo>
                  <a:cubicBezTo>
                    <a:pt x="965200" y="624008"/>
                    <a:pt x="957580" y="622738"/>
                    <a:pt x="939800" y="615118"/>
                  </a:cubicBezTo>
                  <a:cubicBezTo>
                    <a:pt x="883920" y="588448"/>
                    <a:pt x="730250" y="424618"/>
                    <a:pt x="629920" y="349688"/>
                  </a:cubicBezTo>
                  <a:cubicBezTo>
                    <a:pt x="543560" y="284918"/>
                    <a:pt x="426720" y="232848"/>
                    <a:pt x="379730" y="184588"/>
                  </a:cubicBezTo>
                  <a:cubicBezTo>
                    <a:pt x="355600" y="159188"/>
                    <a:pt x="341630" y="136328"/>
                    <a:pt x="337820" y="116008"/>
                  </a:cubicBezTo>
                  <a:cubicBezTo>
                    <a:pt x="335280" y="102038"/>
                    <a:pt x="339090" y="90608"/>
                    <a:pt x="344170" y="79178"/>
                  </a:cubicBezTo>
                  <a:cubicBezTo>
                    <a:pt x="351790" y="66478"/>
                    <a:pt x="367030" y="47428"/>
                    <a:pt x="382270" y="41078"/>
                  </a:cubicBezTo>
                  <a:cubicBezTo>
                    <a:pt x="397510" y="33458"/>
                    <a:pt x="407670" y="32188"/>
                    <a:pt x="435610" y="37268"/>
                  </a:cubicBezTo>
                  <a:cubicBezTo>
                    <a:pt x="556260" y="52508"/>
                    <a:pt x="1263650" y="300158"/>
                    <a:pt x="1358900" y="370008"/>
                  </a:cubicBezTo>
                  <a:cubicBezTo>
                    <a:pt x="1380490" y="385248"/>
                    <a:pt x="1385570" y="396678"/>
                    <a:pt x="1390650" y="410648"/>
                  </a:cubicBezTo>
                  <a:cubicBezTo>
                    <a:pt x="1394460" y="422078"/>
                    <a:pt x="1394460" y="434778"/>
                    <a:pt x="1393190" y="446208"/>
                  </a:cubicBezTo>
                  <a:cubicBezTo>
                    <a:pt x="1390650" y="456368"/>
                    <a:pt x="1386840" y="469068"/>
                    <a:pt x="1377950" y="477958"/>
                  </a:cubicBezTo>
                  <a:cubicBezTo>
                    <a:pt x="1367790" y="489388"/>
                    <a:pt x="1356360" y="499548"/>
                    <a:pt x="1333500" y="504628"/>
                  </a:cubicBezTo>
                  <a:cubicBezTo>
                    <a:pt x="1277620" y="514788"/>
                    <a:pt x="1109980" y="461448"/>
                    <a:pt x="1023620" y="450018"/>
                  </a:cubicBezTo>
                  <a:cubicBezTo>
                    <a:pt x="963930" y="442398"/>
                    <a:pt x="899160" y="448748"/>
                    <a:pt x="867410" y="438588"/>
                  </a:cubicBezTo>
                  <a:cubicBezTo>
                    <a:pt x="852170" y="434778"/>
                    <a:pt x="844550" y="429698"/>
                    <a:pt x="835660" y="420808"/>
                  </a:cubicBezTo>
                  <a:cubicBezTo>
                    <a:pt x="824230" y="409378"/>
                    <a:pt x="814070" y="386518"/>
                    <a:pt x="811530" y="371278"/>
                  </a:cubicBezTo>
                  <a:cubicBezTo>
                    <a:pt x="808990" y="358578"/>
                    <a:pt x="811530" y="345878"/>
                    <a:pt x="816610" y="334448"/>
                  </a:cubicBezTo>
                  <a:cubicBezTo>
                    <a:pt x="824230" y="320478"/>
                    <a:pt x="840740" y="302698"/>
                    <a:pt x="854710" y="295078"/>
                  </a:cubicBezTo>
                  <a:cubicBezTo>
                    <a:pt x="866140" y="288728"/>
                    <a:pt x="877570" y="284918"/>
                    <a:pt x="891540" y="287458"/>
                  </a:cubicBezTo>
                  <a:cubicBezTo>
                    <a:pt x="914400" y="291268"/>
                    <a:pt x="941070" y="325558"/>
                    <a:pt x="975360" y="340798"/>
                  </a:cubicBezTo>
                  <a:cubicBezTo>
                    <a:pt x="1021080" y="362388"/>
                    <a:pt x="1088390" y="367468"/>
                    <a:pt x="1146810" y="391598"/>
                  </a:cubicBezTo>
                  <a:cubicBezTo>
                    <a:pt x="1214120" y="418268"/>
                    <a:pt x="1277620" y="469068"/>
                    <a:pt x="1352550" y="500818"/>
                  </a:cubicBezTo>
                  <a:cubicBezTo>
                    <a:pt x="1436370" y="536378"/>
                    <a:pt x="1555750" y="571938"/>
                    <a:pt x="1628140" y="588448"/>
                  </a:cubicBezTo>
                  <a:cubicBezTo>
                    <a:pt x="1673860" y="598608"/>
                    <a:pt x="1715770" y="590988"/>
                    <a:pt x="1741170" y="603688"/>
                  </a:cubicBezTo>
                  <a:cubicBezTo>
                    <a:pt x="1758950" y="612578"/>
                    <a:pt x="1771650" y="626548"/>
                    <a:pt x="1778000" y="641788"/>
                  </a:cubicBezTo>
                  <a:cubicBezTo>
                    <a:pt x="1784350" y="657028"/>
                    <a:pt x="1785620" y="678618"/>
                    <a:pt x="1780540" y="693858"/>
                  </a:cubicBezTo>
                  <a:cubicBezTo>
                    <a:pt x="1775460" y="709098"/>
                    <a:pt x="1761490" y="726878"/>
                    <a:pt x="1747520" y="734498"/>
                  </a:cubicBezTo>
                  <a:cubicBezTo>
                    <a:pt x="1733550" y="743388"/>
                    <a:pt x="1722120" y="745928"/>
                    <a:pt x="1695450" y="743388"/>
                  </a:cubicBezTo>
                  <a:cubicBezTo>
                    <a:pt x="1602740" y="738308"/>
                    <a:pt x="1151890" y="606228"/>
                    <a:pt x="1071880" y="557968"/>
                  </a:cubicBezTo>
                  <a:cubicBezTo>
                    <a:pt x="1049020" y="543998"/>
                    <a:pt x="1041400" y="532568"/>
                    <a:pt x="1033780" y="518598"/>
                  </a:cubicBezTo>
                  <a:cubicBezTo>
                    <a:pt x="1028700" y="507168"/>
                    <a:pt x="1026160" y="495738"/>
                    <a:pt x="1028700" y="483038"/>
                  </a:cubicBezTo>
                  <a:cubicBezTo>
                    <a:pt x="1031240" y="465258"/>
                    <a:pt x="1049020" y="434778"/>
                    <a:pt x="1065530" y="423348"/>
                  </a:cubicBezTo>
                  <a:cubicBezTo>
                    <a:pt x="1079500" y="413188"/>
                    <a:pt x="1094740" y="413188"/>
                    <a:pt x="1118870" y="414458"/>
                  </a:cubicBezTo>
                  <a:cubicBezTo>
                    <a:pt x="1174750" y="418268"/>
                    <a:pt x="1301750" y="479228"/>
                    <a:pt x="1390650" y="504628"/>
                  </a:cubicBezTo>
                  <a:cubicBezTo>
                    <a:pt x="1473200" y="528758"/>
                    <a:pt x="1558290" y="540188"/>
                    <a:pt x="1633220" y="563048"/>
                  </a:cubicBezTo>
                  <a:cubicBezTo>
                    <a:pt x="1699260" y="584638"/>
                    <a:pt x="1793240" y="598608"/>
                    <a:pt x="1818640" y="635438"/>
                  </a:cubicBezTo>
                  <a:cubicBezTo>
                    <a:pt x="1835150" y="660838"/>
                    <a:pt x="1830070" y="724338"/>
                    <a:pt x="1817370" y="731958"/>
                  </a:cubicBezTo>
                  <a:cubicBezTo>
                    <a:pt x="1805940" y="737038"/>
                    <a:pt x="1783080" y="702748"/>
                    <a:pt x="1753870" y="687508"/>
                  </a:cubicBezTo>
                  <a:cubicBezTo>
                    <a:pt x="1700530" y="659568"/>
                    <a:pt x="1562100" y="625278"/>
                    <a:pt x="1510030" y="597338"/>
                  </a:cubicBezTo>
                  <a:cubicBezTo>
                    <a:pt x="1483360" y="582098"/>
                    <a:pt x="1463040" y="571938"/>
                    <a:pt x="1454150" y="551618"/>
                  </a:cubicBezTo>
                  <a:cubicBezTo>
                    <a:pt x="1443990" y="532568"/>
                    <a:pt x="1442720" y="499548"/>
                    <a:pt x="1451610" y="481768"/>
                  </a:cubicBezTo>
                  <a:cubicBezTo>
                    <a:pt x="1461770" y="462718"/>
                    <a:pt x="1483360" y="443668"/>
                    <a:pt x="1508760" y="439858"/>
                  </a:cubicBezTo>
                  <a:cubicBezTo>
                    <a:pt x="1553210" y="433508"/>
                    <a:pt x="1663700" y="480498"/>
                    <a:pt x="1699260" y="507168"/>
                  </a:cubicBezTo>
                  <a:cubicBezTo>
                    <a:pt x="1718310" y="521138"/>
                    <a:pt x="1727200" y="535108"/>
                    <a:pt x="1732280" y="551618"/>
                  </a:cubicBezTo>
                  <a:cubicBezTo>
                    <a:pt x="1736090" y="569398"/>
                    <a:pt x="1734820" y="592258"/>
                    <a:pt x="1727200" y="607498"/>
                  </a:cubicBezTo>
                  <a:cubicBezTo>
                    <a:pt x="1719580" y="622738"/>
                    <a:pt x="1701800" y="639248"/>
                    <a:pt x="1685290" y="645598"/>
                  </a:cubicBezTo>
                  <a:cubicBezTo>
                    <a:pt x="1670050" y="651948"/>
                    <a:pt x="1652270" y="653218"/>
                    <a:pt x="1630680" y="646868"/>
                  </a:cubicBezTo>
                  <a:cubicBezTo>
                    <a:pt x="1592580" y="636708"/>
                    <a:pt x="1546860" y="588448"/>
                    <a:pt x="1487170" y="555428"/>
                  </a:cubicBezTo>
                  <a:cubicBezTo>
                    <a:pt x="1397000" y="504628"/>
                    <a:pt x="1182370" y="429698"/>
                    <a:pt x="1129030" y="385248"/>
                  </a:cubicBezTo>
                  <a:cubicBezTo>
                    <a:pt x="1108710" y="368738"/>
                    <a:pt x="1101090" y="358578"/>
                    <a:pt x="1097280" y="340798"/>
                  </a:cubicBezTo>
                  <a:cubicBezTo>
                    <a:pt x="1093470" y="320478"/>
                    <a:pt x="1101090" y="286188"/>
                    <a:pt x="1113790" y="269678"/>
                  </a:cubicBezTo>
                  <a:cubicBezTo>
                    <a:pt x="1123950" y="255708"/>
                    <a:pt x="1146810" y="246818"/>
                    <a:pt x="1162050" y="243008"/>
                  </a:cubicBezTo>
                  <a:cubicBezTo>
                    <a:pt x="1174750" y="240468"/>
                    <a:pt x="1193800" y="237928"/>
                    <a:pt x="1198880" y="246818"/>
                  </a:cubicBezTo>
                  <a:cubicBezTo>
                    <a:pt x="1210310" y="264598"/>
                    <a:pt x="1168400" y="385248"/>
                    <a:pt x="1146810" y="391598"/>
                  </a:cubicBezTo>
                  <a:cubicBezTo>
                    <a:pt x="1134110" y="394138"/>
                    <a:pt x="1113790" y="370008"/>
                    <a:pt x="1104900" y="354768"/>
                  </a:cubicBezTo>
                  <a:cubicBezTo>
                    <a:pt x="1097280" y="340798"/>
                    <a:pt x="1093470" y="317938"/>
                    <a:pt x="1097280" y="300158"/>
                  </a:cubicBezTo>
                  <a:cubicBezTo>
                    <a:pt x="1101090" y="283648"/>
                    <a:pt x="1113790" y="264598"/>
                    <a:pt x="1127760" y="254438"/>
                  </a:cubicBezTo>
                  <a:cubicBezTo>
                    <a:pt x="1141730" y="244278"/>
                    <a:pt x="1160780" y="240468"/>
                    <a:pt x="1181100" y="240468"/>
                  </a:cubicBezTo>
                  <a:cubicBezTo>
                    <a:pt x="1210310" y="241738"/>
                    <a:pt x="1239520" y="256978"/>
                    <a:pt x="1281430" y="274758"/>
                  </a:cubicBezTo>
                  <a:cubicBezTo>
                    <a:pt x="1357630" y="306508"/>
                    <a:pt x="1506220" y="400488"/>
                    <a:pt x="1590040" y="434778"/>
                  </a:cubicBezTo>
                  <a:cubicBezTo>
                    <a:pt x="1643380" y="456368"/>
                    <a:pt x="1695450" y="457638"/>
                    <a:pt x="1727200" y="475418"/>
                  </a:cubicBezTo>
                  <a:cubicBezTo>
                    <a:pt x="1746250" y="486848"/>
                    <a:pt x="1760220" y="498278"/>
                    <a:pt x="1767840" y="513518"/>
                  </a:cubicBezTo>
                  <a:cubicBezTo>
                    <a:pt x="1775460" y="528758"/>
                    <a:pt x="1778000" y="551618"/>
                    <a:pt x="1774190" y="569398"/>
                  </a:cubicBezTo>
                  <a:cubicBezTo>
                    <a:pt x="1769110" y="585908"/>
                    <a:pt x="1755140" y="604958"/>
                    <a:pt x="1741170" y="613848"/>
                  </a:cubicBezTo>
                  <a:cubicBezTo>
                    <a:pt x="1727200" y="624008"/>
                    <a:pt x="1705610" y="631628"/>
                    <a:pt x="1686560" y="626548"/>
                  </a:cubicBezTo>
                  <a:cubicBezTo>
                    <a:pt x="1659890" y="620198"/>
                    <a:pt x="1634490" y="568128"/>
                    <a:pt x="1602740" y="551618"/>
                  </a:cubicBezTo>
                  <a:cubicBezTo>
                    <a:pt x="1569720" y="533838"/>
                    <a:pt x="1526540" y="538918"/>
                    <a:pt x="1490980" y="523678"/>
                  </a:cubicBezTo>
                  <a:cubicBezTo>
                    <a:pt x="1452880" y="508438"/>
                    <a:pt x="1404620" y="484308"/>
                    <a:pt x="1380490" y="457638"/>
                  </a:cubicBezTo>
                  <a:cubicBezTo>
                    <a:pt x="1362710" y="437318"/>
                    <a:pt x="1351280" y="410648"/>
                    <a:pt x="1351280" y="389058"/>
                  </a:cubicBezTo>
                  <a:cubicBezTo>
                    <a:pt x="1351280" y="370008"/>
                    <a:pt x="1362710" y="349688"/>
                    <a:pt x="1375410" y="336988"/>
                  </a:cubicBezTo>
                  <a:cubicBezTo>
                    <a:pt x="1389380" y="324288"/>
                    <a:pt x="1410970" y="315398"/>
                    <a:pt x="1428750" y="314128"/>
                  </a:cubicBezTo>
                  <a:cubicBezTo>
                    <a:pt x="1446530" y="312858"/>
                    <a:pt x="1483360" y="328098"/>
                    <a:pt x="1483360" y="331908"/>
                  </a:cubicBezTo>
                  <a:cubicBezTo>
                    <a:pt x="1482090" y="336988"/>
                    <a:pt x="1388110" y="334448"/>
                    <a:pt x="1388110" y="333178"/>
                  </a:cubicBezTo>
                  <a:cubicBezTo>
                    <a:pt x="1388110" y="333178"/>
                    <a:pt x="1468120" y="320478"/>
                    <a:pt x="1512570" y="325558"/>
                  </a:cubicBezTo>
                  <a:cubicBezTo>
                    <a:pt x="1564640" y="331908"/>
                    <a:pt x="1644650" y="357308"/>
                    <a:pt x="1680210" y="380168"/>
                  </a:cubicBezTo>
                  <a:cubicBezTo>
                    <a:pt x="1700530" y="392868"/>
                    <a:pt x="1713230" y="405568"/>
                    <a:pt x="1719580" y="422078"/>
                  </a:cubicBezTo>
                  <a:cubicBezTo>
                    <a:pt x="1725930" y="439858"/>
                    <a:pt x="1727200" y="463988"/>
                    <a:pt x="1720850" y="480498"/>
                  </a:cubicBezTo>
                  <a:cubicBezTo>
                    <a:pt x="1714500" y="498278"/>
                    <a:pt x="1697990" y="516058"/>
                    <a:pt x="1682750" y="524948"/>
                  </a:cubicBezTo>
                  <a:cubicBezTo>
                    <a:pt x="1666240" y="533838"/>
                    <a:pt x="1643380" y="540188"/>
                    <a:pt x="1624330" y="533838"/>
                  </a:cubicBezTo>
                  <a:cubicBezTo>
                    <a:pt x="1598930" y="524948"/>
                    <a:pt x="1581150" y="475418"/>
                    <a:pt x="1549400" y="456368"/>
                  </a:cubicBezTo>
                  <a:cubicBezTo>
                    <a:pt x="1512570" y="432238"/>
                    <a:pt x="1451610" y="429698"/>
                    <a:pt x="1410970" y="410648"/>
                  </a:cubicBezTo>
                  <a:cubicBezTo>
                    <a:pt x="1376680" y="394138"/>
                    <a:pt x="1344930" y="378898"/>
                    <a:pt x="1319530" y="353498"/>
                  </a:cubicBezTo>
                  <a:cubicBezTo>
                    <a:pt x="1294130" y="328098"/>
                    <a:pt x="1263650" y="253168"/>
                    <a:pt x="1262380" y="253168"/>
                  </a:cubicBezTo>
                  <a:cubicBezTo>
                    <a:pt x="1262380" y="254438"/>
                    <a:pt x="1315720" y="344608"/>
                    <a:pt x="1311910" y="348418"/>
                  </a:cubicBezTo>
                  <a:cubicBezTo>
                    <a:pt x="1308100" y="350958"/>
                    <a:pt x="1287780" y="335718"/>
                    <a:pt x="1278890" y="326828"/>
                  </a:cubicBezTo>
                  <a:cubicBezTo>
                    <a:pt x="1270000" y="316668"/>
                    <a:pt x="1262380" y="305238"/>
                    <a:pt x="1259840" y="291268"/>
                  </a:cubicBezTo>
                  <a:cubicBezTo>
                    <a:pt x="1257300" y="274758"/>
                    <a:pt x="1258570" y="249358"/>
                    <a:pt x="1267460" y="234118"/>
                  </a:cubicBezTo>
                  <a:cubicBezTo>
                    <a:pt x="1276350" y="217608"/>
                    <a:pt x="1294130" y="201098"/>
                    <a:pt x="1310640" y="194748"/>
                  </a:cubicBezTo>
                  <a:cubicBezTo>
                    <a:pt x="1328420" y="188398"/>
                    <a:pt x="1343660" y="187128"/>
                    <a:pt x="1369060" y="194748"/>
                  </a:cubicBezTo>
                  <a:cubicBezTo>
                    <a:pt x="1436370" y="215068"/>
                    <a:pt x="1577340" y="333178"/>
                    <a:pt x="1691640" y="418268"/>
                  </a:cubicBezTo>
                  <a:cubicBezTo>
                    <a:pt x="1827530" y="518598"/>
                    <a:pt x="1987550" y="664648"/>
                    <a:pt x="2125980" y="763708"/>
                  </a:cubicBezTo>
                  <a:cubicBezTo>
                    <a:pt x="2245360" y="848798"/>
                    <a:pt x="2405380" y="908488"/>
                    <a:pt x="2468880" y="982148"/>
                  </a:cubicBezTo>
                  <a:cubicBezTo>
                    <a:pt x="2505710" y="1027868"/>
                    <a:pt x="2537460" y="1087558"/>
                    <a:pt x="2526030" y="1119308"/>
                  </a:cubicBezTo>
                  <a:cubicBezTo>
                    <a:pt x="2515870" y="1145978"/>
                    <a:pt x="2452370" y="1165028"/>
                    <a:pt x="2428240" y="1167568"/>
                  </a:cubicBezTo>
                  <a:cubicBezTo>
                    <a:pt x="2414270" y="1170108"/>
                    <a:pt x="2404110" y="1167568"/>
                    <a:pt x="2393950" y="1161218"/>
                  </a:cubicBezTo>
                  <a:cubicBezTo>
                    <a:pt x="2379980" y="1154868"/>
                    <a:pt x="2362200" y="1140898"/>
                    <a:pt x="2357120" y="1124388"/>
                  </a:cubicBezTo>
                  <a:cubicBezTo>
                    <a:pt x="2349500" y="1106608"/>
                    <a:pt x="2352040" y="1073588"/>
                    <a:pt x="2360930" y="1055808"/>
                  </a:cubicBezTo>
                  <a:cubicBezTo>
                    <a:pt x="2368550" y="1041838"/>
                    <a:pt x="2390140" y="1029138"/>
                    <a:pt x="2401570" y="1024058"/>
                  </a:cubicBezTo>
                  <a:cubicBezTo>
                    <a:pt x="2409190" y="1021518"/>
                    <a:pt x="2411730" y="1018978"/>
                    <a:pt x="2419350" y="1021518"/>
                  </a:cubicBezTo>
                  <a:cubicBezTo>
                    <a:pt x="2439670" y="1025328"/>
                    <a:pt x="2480310" y="1057078"/>
                    <a:pt x="2515870" y="1092638"/>
                  </a:cubicBezTo>
                  <a:cubicBezTo>
                    <a:pt x="2575560" y="1153598"/>
                    <a:pt x="2675890" y="1307268"/>
                    <a:pt x="2717800" y="1380928"/>
                  </a:cubicBezTo>
                  <a:cubicBezTo>
                    <a:pt x="2741930" y="1424108"/>
                    <a:pt x="2759710" y="1449508"/>
                    <a:pt x="2767330" y="1486338"/>
                  </a:cubicBezTo>
                  <a:cubicBezTo>
                    <a:pt x="2773680" y="1521898"/>
                    <a:pt x="2778760" y="1570158"/>
                    <a:pt x="2762250" y="1595558"/>
                  </a:cubicBezTo>
                  <a:cubicBezTo>
                    <a:pt x="2747010" y="1618418"/>
                    <a:pt x="2715260" y="1627308"/>
                    <a:pt x="2679700" y="1633658"/>
                  </a:cubicBezTo>
                  <a:cubicBezTo>
                    <a:pt x="2622550" y="1645088"/>
                    <a:pt x="2527300" y="1631118"/>
                    <a:pt x="2448560" y="1622228"/>
                  </a:cubicBezTo>
                  <a:cubicBezTo>
                    <a:pt x="2364740" y="1613338"/>
                    <a:pt x="2259330" y="1591748"/>
                    <a:pt x="2192020" y="1575238"/>
                  </a:cubicBezTo>
                  <a:cubicBezTo>
                    <a:pt x="2148840" y="1563808"/>
                    <a:pt x="2109470" y="1558728"/>
                    <a:pt x="2085340" y="1540948"/>
                  </a:cubicBezTo>
                  <a:cubicBezTo>
                    <a:pt x="2068830" y="1528248"/>
                    <a:pt x="2058670" y="1509198"/>
                    <a:pt x="2054860" y="1493958"/>
                  </a:cubicBezTo>
                  <a:cubicBezTo>
                    <a:pt x="2051050" y="1481258"/>
                    <a:pt x="2051050" y="1468558"/>
                    <a:pt x="2054860" y="1455858"/>
                  </a:cubicBezTo>
                  <a:cubicBezTo>
                    <a:pt x="2059940" y="1439348"/>
                    <a:pt x="2075180" y="1419028"/>
                    <a:pt x="2087880" y="1408868"/>
                  </a:cubicBezTo>
                  <a:cubicBezTo>
                    <a:pt x="2099310" y="1401248"/>
                    <a:pt x="2106930" y="1396168"/>
                    <a:pt x="2124710" y="1396168"/>
                  </a:cubicBezTo>
                  <a:cubicBezTo>
                    <a:pt x="2165350" y="1397438"/>
                    <a:pt x="2306320" y="1452048"/>
                    <a:pt x="2338070" y="1485068"/>
                  </a:cubicBezTo>
                  <a:cubicBezTo>
                    <a:pt x="2353310" y="1500308"/>
                    <a:pt x="2355850" y="1516818"/>
                    <a:pt x="2355850" y="1533328"/>
                  </a:cubicBezTo>
                  <a:cubicBezTo>
                    <a:pt x="2355850" y="1549838"/>
                    <a:pt x="2349500" y="1570158"/>
                    <a:pt x="2339340" y="1584128"/>
                  </a:cubicBezTo>
                  <a:cubicBezTo>
                    <a:pt x="2330450" y="1596828"/>
                    <a:pt x="2312670" y="1609528"/>
                    <a:pt x="2297430" y="1613338"/>
                  </a:cubicBezTo>
                  <a:cubicBezTo>
                    <a:pt x="2280920" y="1618418"/>
                    <a:pt x="2260600" y="1619688"/>
                    <a:pt x="2245360" y="1612068"/>
                  </a:cubicBezTo>
                  <a:cubicBezTo>
                    <a:pt x="2226310" y="1603178"/>
                    <a:pt x="2199640" y="1576508"/>
                    <a:pt x="2194560" y="1554918"/>
                  </a:cubicBezTo>
                  <a:cubicBezTo>
                    <a:pt x="2189480" y="1532058"/>
                    <a:pt x="2198370" y="1496498"/>
                    <a:pt x="2213610" y="1479988"/>
                  </a:cubicBezTo>
                  <a:cubicBezTo>
                    <a:pt x="2228850" y="1463478"/>
                    <a:pt x="2263140" y="1450778"/>
                    <a:pt x="2286000" y="1454588"/>
                  </a:cubicBezTo>
                  <a:cubicBezTo>
                    <a:pt x="2307590" y="1457128"/>
                    <a:pt x="2338070" y="1478718"/>
                    <a:pt x="2346960" y="1499038"/>
                  </a:cubicBezTo>
                  <a:cubicBezTo>
                    <a:pt x="2357120" y="1519358"/>
                    <a:pt x="2353310" y="1557458"/>
                    <a:pt x="2344420" y="1576508"/>
                  </a:cubicBezTo>
                  <a:cubicBezTo>
                    <a:pt x="2336800" y="1591748"/>
                    <a:pt x="2320290" y="1604448"/>
                    <a:pt x="2305050" y="1610798"/>
                  </a:cubicBezTo>
                  <a:cubicBezTo>
                    <a:pt x="2289810" y="1617148"/>
                    <a:pt x="2268220" y="1619688"/>
                    <a:pt x="2252980" y="1614608"/>
                  </a:cubicBezTo>
                  <a:cubicBezTo>
                    <a:pt x="2240280" y="1610798"/>
                    <a:pt x="2236470" y="1596828"/>
                    <a:pt x="2221230" y="1589208"/>
                  </a:cubicBezTo>
                  <a:cubicBezTo>
                    <a:pt x="2194560" y="1575238"/>
                    <a:pt x="2131060" y="1566348"/>
                    <a:pt x="2101850" y="1549838"/>
                  </a:cubicBezTo>
                  <a:cubicBezTo>
                    <a:pt x="2082800" y="1538408"/>
                    <a:pt x="2067560" y="1528248"/>
                    <a:pt x="2061210" y="1511738"/>
                  </a:cubicBezTo>
                  <a:cubicBezTo>
                    <a:pt x="2052320" y="1492688"/>
                    <a:pt x="2052320" y="1457128"/>
                    <a:pt x="2062480" y="1438078"/>
                  </a:cubicBezTo>
                  <a:cubicBezTo>
                    <a:pt x="2072640" y="1417758"/>
                    <a:pt x="2098040" y="1401248"/>
                    <a:pt x="2124710" y="1396168"/>
                  </a:cubicBezTo>
                  <a:cubicBezTo>
                    <a:pt x="2162810" y="1389818"/>
                    <a:pt x="2217420" y="1426648"/>
                    <a:pt x="2278380" y="1438078"/>
                  </a:cubicBezTo>
                  <a:cubicBezTo>
                    <a:pt x="2362200" y="1455858"/>
                    <a:pt x="2519680" y="1450778"/>
                    <a:pt x="2581910" y="1481258"/>
                  </a:cubicBezTo>
                  <a:cubicBezTo>
                    <a:pt x="2616200" y="1496498"/>
                    <a:pt x="2645410" y="1546028"/>
                    <a:pt x="2649220" y="1543488"/>
                  </a:cubicBezTo>
                  <a:cubicBezTo>
                    <a:pt x="2654300" y="1538408"/>
                    <a:pt x="2524760" y="1372038"/>
                    <a:pt x="2485390" y="1302188"/>
                  </a:cubicBezTo>
                  <a:cubicBezTo>
                    <a:pt x="2458720" y="1251388"/>
                    <a:pt x="2452370" y="1190428"/>
                    <a:pt x="2428240" y="1167568"/>
                  </a:cubicBezTo>
                  <a:cubicBezTo>
                    <a:pt x="2413000" y="1154868"/>
                    <a:pt x="2391410" y="1161218"/>
                    <a:pt x="2378710" y="1152328"/>
                  </a:cubicBezTo>
                  <a:cubicBezTo>
                    <a:pt x="2368550" y="1145978"/>
                    <a:pt x="2360930" y="1137088"/>
                    <a:pt x="2357120" y="1124388"/>
                  </a:cubicBezTo>
                  <a:cubicBezTo>
                    <a:pt x="2352040" y="1107878"/>
                    <a:pt x="2353310" y="1072318"/>
                    <a:pt x="2360930" y="1055808"/>
                  </a:cubicBezTo>
                  <a:cubicBezTo>
                    <a:pt x="2366010" y="1044378"/>
                    <a:pt x="2374900" y="1038028"/>
                    <a:pt x="2386330" y="1031678"/>
                  </a:cubicBezTo>
                  <a:cubicBezTo>
                    <a:pt x="2399030" y="1024058"/>
                    <a:pt x="2428240" y="1011358"/>
                    <a:pt x="2434590" y="1018978"/>
                  </a:cubicBezTo>
                  <a:cubicBezTo>
                    <a:pt x="2444750" y="1027868"/>
                    <a:pt x="2438400" y="1098988"/>
                    <a:pt x="2411730" y="1109148"/>
                  </a:cubicBezTo>
                  <a:cubicBezTo>
                    <a:pt x="2311400" y="1147248"/>
                    <a:pt x="1402080" y="447478"/>
                    <a:pt x="1294130" y="339528"/>
                  </a:cubicBezTo>
                  <a:cubicBezTo>
                    <a:pt x="1271270" y="316668"/>
                    <a:pt x="1264920" y="309048"/>
                    <a:pt x="1259840" y="291268"/>
                  </a:cubicBezTo>
                  <a:cubicBezTo>
                    <a:pt x="1256030" y="273488"/>
                    <a:pt x="1258570" y="249358"/>
                    <a:pt x="1267460" y="234118"/>
                  </a:cubicBezTo>
                  <a:cubicBezTo>
                    <a:pt x="1276350" y="217608"/>
                    <a:pt x="1294130" y="201098"/>
                    <a:pt x="1310640" y="194748"/>
                  </a:cubicBezTo>
                  <a:cubicBezTo>
                    <a:pt x="1328420" y="188398"/>
                    <a:pt x="1346200" y="188398"/>
                    <a:pt x="1369060" y="194748"/>
                  </a:cubicBezTo>
                  <a:cubicBezTo>
                    <a:pt x="1409700" y="206178"/>
                    <a:pt x="1478280" y="273488"/>
                    <a:pt x="1524000" y="292538"/>
                  </a:cubicBezTo>
                  <a:cubicBezTo>
                    <a:pt x="1554480" y="305238"/>
                    <a:pt x="1579880" y="297618"/>
                    <a:pt x="1607820" y="311588"/>
                  </a:cubicBezTo>
                  <a:cubicBezTo>
                    <a:pt x="1642110" y="329368"/>
                    <a:pt x="1691640" y="375088"/>
                    <a:pt x="1709420" y="405568"/>
                  </a:cubicBezTo>
                  <a:cubicBezTo>
                    <a:pt x="1722120" y="424618"/>
                    <a:pt x="1727200" y="443668"/>
                    <a:pt x="1724660" y="461448"/>
                  </a:cubicBezTo>
                  <a:cubicBezTo>
                    <a:pt x="1723390" y="479228"/>
                    <a:pt x="1711960" y="502088"/>
                    <a:pt x="1699260" y="513518"/>
                  </a:cubicBezTo>
                  <a:cubicBezTo>
                    <a:pt x="1685290" y="526218"/>
                    <a:pt x="1664970" y="533838"/>
                    <a:pt x="1644650" y="535108"/>
                  </a:cubicBezTo>
                  <a:cubicBezTo>
                    <a:pt x="1620520" y="537648"/>
                    <a:pt x="1587500" y="531298"/>
                    <a:pt x="1562100" y="518598"/>
                  </a:cubicBezTo>
                  <a:cubicBezTo>
                    <a:pt x="1532890" y="503358"/>
                    <a:pt x="1512570" y="457638"/>
                    <a:pt x="1482090" y="448748"/>
                  </a:cubicBezTo>
                  <a:cubicBezTo>
                    <a:pt x="1451610" y="438588"/>
                    <a:pt x="1398270" y="463988"/>
                    <a:pt x="1380490" y="457638"/>
                  </a:cubicBezTo>
                  <a:cubicBezTo>
                    <a:pt x="1372870" y="455098"/>
                    <a:pt x="1371600" y="451288"/>
                    <a:pt x="1367790" y="443668"/>
                  </a:cubicBezTo>
                  <a:cubicBezTo>
                    <a:pt x="1360170" y="432238"/>
                    <a:pt x="1350010" y="406838"/>
                    <a:pt x="1351280" y="389058"/>
                  </a:cubicBezTo>
                  <a:cubicBezTo>
                    <a:pt x="1352550" y="371278"/>
                    <a:pt x="1365250" y="348418"/>
                    <a:pt x="1375410" y="336988"/>
                  </a:cubicBezTo>
                  <a:cubicBezTo>
                    <a:pt x="1385570" y="326828"/>
                    <a:pt x="1395730" y="320478"/>
                    <a:pt x="1409700" y="316668"/>
                  </a:cubicBezTo>
                  <a:cubicBezTo>
                    <a:pt x="1426210" y="314128"/>
                    <a:pt x="1446530" y="315398"/>
                    <a:pt x="1466850" y="321748"/>
                  </a:cubicBezTo>
                  <a:cubicBezTo>
                    <a:pt x="1493520" y="330638"/>
                    <a:pt x="1518920" y="361118"/>
                    <a:pt x="1549400" y="375088"/>
                  </a:cubicBezTo>
                  <a:cubicBezTo>
                    <a:pt x="1581150" y="390328"/>
                    <a:pt x="1621790" y="391598"/>
                    <a:pt x="1654810" y="409378"/>
                  </a:cubicBezTo>
                  <a:cubicBezTo>
                    <a:pt x="1691640" y="430968"/>
                    <a:pt x="1738630" y="466528"/>
                    <a:pt x="1757680" y="497008"/>
                  </a:cubicBezTo>
                  <a:cubicBezTo>
                    <a:pt x="1771650" y="519868"/>
                    <a:pt x="1778000" y="549078"/>
                    <a:pt x="1774190" y="569398"/>
                  </a:cubicBezTo>
                  <a:cubicBezTo>
                    <a:pt x="1770380" y="587178"/>
                    <a:pt x="1755140" y="604958"/>
                    <a:pt x="1741170" y="613848"/>
                  </a:cubicBezTo>
                  <a:cubicBezTo>
                    <a:pt x="1727200" y="624008"/>
                    <a:pt x="1706880" y="627818"/>
                    <a:pt x="1686560" y="626548"/>
                  </a:cubicBezTo>
                  <a:cubicBezTo>
                    <a:pt x="1658620" y="625278"/>
                    <a:pt x="1631950" y="611308"/>
                    <a:pt x="1588770" y="594798"/>
                  </a:cubicBezTo>
                  <a:cubicBezTo>
                    <a:pt x="1490980" y="555428"/>
                    <a:pt x="1192530" y="433508"/>
                    <a:pt x="1130300" y="382708"/>
                  </a:cubicBezTo>
                  <a:cubicBezTo>
                    <a:pt x="1109980" y="366198"/>
                    <a:pt x="1102360" y="354768"/>
                    <a:pt x="1098550" y="338258"/>
                  </a:cubicBezTo>
                  <a:cubicBezTo>
                    <a:pt x="1093470" y="321748"/>
                    <a:pt x="1096010" y="298888"/>
                    <a:pt x="1103630" y="283648"/>
                  </a:cubicBezTo>
                  <a:cubicBezTo>
                    <a:pt x="1111250" y="268408"/>
                    <a:pt x="1129030" y="251898"/>
                    <a:pt x="1144270" y="245548"/>
                  </a:cubicBezTo>
                  <a:cubicBezTo>
                    <a:pt x="1160780" y="239198"/>
                    <a:pt x="1192530" y="234118"/>
                    <a:pt x="1200150" y="245548"/>
                  </a:cubicBezTo>
                  <a:cubicBezTo>
                    <a:pt x="1212850" y="263328"/>
                    <a:pt x="1165860" y="387788"/>
                    <a:pt x="1145540" y="394138"/>
                  </a:cubicBezTo>
                  <a:cubicBezTo>
                    <a:pt x="1136650" y="396678"/>
                    <a:pt x="1122680" y="383978"/>
                    <a:pt x="1115060" y="373818"/>
                  </a:cubicBezTo>
                  <a:cubicBezTo>
                    <a:pt x="1104900" y="361118"/>
                    <a:pt x="1094740" y="339528"/>
                    <a:pt x="1094740" y="321748"/>
                  </a:cubicBezTo>
                  <a:cubicBezTo>
                    <a:pt x="1094740" y="303968"/>
                    <a:pt x="1102360" y="282378"/>
                    <a:pt x="1113790" y="269678"/>
                  </a:cubicBezTo>
                  <a:cubicBezTo>
                    <a:pt x="1123950" y="256978"/>
                    <a:pt x="1144270" y="246818"/>
                    <a:pt x="1162050" y="243008"/>
                  </a:cubicBezTo>
                  <a:cubicBezTo>
                    <a:pt x="1182370" y="239198"/>
                    <a:pt x="1197610" y="243008"/>
                    <a:pt x="1229360" y="253168"/>
                  </a:cubicBezTo>
                  <a:cubicBezTo>
                    <a:pt x="1308100" y="278568"/>
                    <a:pt x="1550670" y="411918"/>
                    <a:pt x="1633220" y="461448"/>
                  </a:cubicBezTo>
                  <a:cubicBezTo>
                    <a:pt x="1671320" y="485578"/>
                    <a:pt x="1697990" y="495738"/>
                    <a:pt x="1714500" y="519868"/>
                  </a:cubicBezTo>
                  <a:cubicBezTo>
                    <a:pt x="1728470" y="538918"/>
                    <a:pt x="1736090" y="569398"/>
                    <a:pt x="1733550" y="589718"/>
                  </a:cubicBezTo>
                  <a:cubicBezTo>
                    <a:pt x="1729740" y="607498"/>
                    <a:pt x="1714500" y="626548"/>
                    <a:pt x="1703070" y="636708"/>
                  </a:cubicBezTo>
                  <a:cubicBezTo>
                    <a:pt x="1692910" y="644328"/>
                    <a:pt x="1680210" y="648138"/>
                    <a:pt x="1667510" y="650678"/>
                  </a:cubicBezTo>
                  <a:cubicBezTo>
                    <a:pt x="1656080" y="651948"/>
                    <a:pt x="1645920" y="650678"/>
                    <a:pt x="1630680" y="646868"/>
                  </a:cubicBezTo>
                  <a:cubicBezTo>
                    <a:pt x="1596390" y="637978"/>
                    <a:pt x="1506220" y="598608"/>
                    <a:pt x="1478280" y="579558"/>
                  </a:cubicBezTo>
                  <a:cubicBezTo>
                    <a:pt x="1465580" y="569398"/>
                    <a:pt x="1459230" y="564318"/>
                    <a:pt x="1454150" y="551618"/>
                  </a:cubicBezTo>
                  <a:cubicBezTo>
                    <a:pt x="1446530" y="537648"/>
                    <a:pt x="1442720" y="514788"/>
                    <a:pt x="1445260" y="498278"/>
                  </a:cubicBezTo>
                  <a:cubicBezTo>
                    <a:pt x="1449070" y="481768"/>
                    <a:pt x="1461770" y="462718"/>
                    <a:pt x="1475740" y="453828"/>
                  </a:cubicBezTo>
                  <a:cubicBezTo>
                    <a:pt x="1489710" y="443668"/>
                    <a:pt x="1503680" y="437318"/>
                    <a:pt x="1527810" y="438588"/>
                  </a:cubicBezTo>
                  <a:cubicBezTo>
                    <a:pt x="1590040" y="442398"/>
                    <a:pt x="1780540" y="530028"/>
                    <a:pt x="1850390" y="573208"/>
                  </a:cubicBezTo>
                  <a:cubicBezTo>
                    <a:pt x="1891030" y="597338"/>
                    <a:pt x="1918970" y="616388"/>
                    <a:pt x="1935480" y="645598"/>
                  </a:cubicBezTo>
                  <a:cubicBezTo>
                    <a:pt x="1950720" y="672268"/>
                    <a:pt x="1964690" y="715448"/>
                    <a:pt x="1951990" y="738308"/>
                  </a:cubicBezTo>
                  <a:cubicBezTo>
                    <a:pt x="1936750" y="764978"/>
                    <a:pt x="1879600" y="782758"/>
                    <a:pt x="1832610" y="782758"/>
                  </a:cubicBezTo>
                  <a:cubicBezTo>
                    <a:pt x="1769110" y="782758"/>
                    <a:pt x="1691640" y="726878"/>
                    <a:pt x="1601470" y="698938"/>
                  </a:cubicBezTo>
                  <a:cubicBezTo>
                    <a:pt x="1478280" y="662108"/>
                    <a:pt x="1248410" y="618928"/>
                    <a:pt x="1158240" y="589718"/>
                  </a:cubicBezTo>
                  <a:cubicBezTo>
                    <a:pt x="1117600" y="578288"/>
                    <a:pt x="1093470" y="571938"/>
                    <a:pt x="1071880" y="557968"/>
                  </a:cubicBezTo>
                  <a:cubicBezTo>
                    <a:pt x="1055370" y="546538"/>
                    <a:pt x="1041400" y="533838"/>
                    <a:pt x="1033780" y="518598"/>
                  </a:cubicBezTo>
                  <a:cubicBezTo>
                    <a:pt x="1027430" y="503358"/>
                    <a:pt x="1027430" y="480498"/>
                    <a:pt x="1031240" y="465258"/>
                  </a:cubicBezTo>
                  <a:cubicBezTo>
                    <a:pt x="1035050" y="452558"/>
                    <a:pt x="1040130" y="442398"/>
                    <a:pt x="1051560" y="434778"/>
                  </a:cubicBezTo>
                  <a:cubicBezTo>
                    <a:pt x="1065530" y="423348"/>
                    <a:pt x="1099820" y="411918"/>
                    <a:pt x="1118870" y="414458"/>
                  </a:cubicBezTo>
                  <a:cubicBezTo>
                    <a:pt x="1132840" y="416998"/>
                    <a:pt x="1136650" y="432238"/>
                    <a:pt x="1154430" y="439858"/>
                  </a:cubicBezTo>
                  <a:cubicBezTo>
                    <a:pt x="1193800" y="456368"/>
                    <a:pt x="1283970" y="461448"/>
                    <a:pt x="1362710" y="483038"/>
                  </a:cubicBezTo>
                  <a:cubicBezTo>
                    <a:pt x="1470660" y="510978"/>
                    <a:pt x="1682750" y="568128"/>
                    <a:pt x="1741170" y="603688"/>
                  </a:cubicBezTo>
                  <a:cubicBezTo>
                    <a:pt x="1762760" y="617658"/>
                    <a:pt x="1771650" y="625278"/>
                    <a:pt x="1778000" y="641788"/>
                  </a:cubicBezTo>
                  <a:cubicBezTo>
                    <a:pt x="1784350" y="659568"/>
                    <a:pt x="1781810" y="692588"/>
                    <a:pt x="1772920" y="710368"/>
                  </a:cubicBezTo>
                  <a:cubicBezTo>
                    <a:pt x="1765300" y="725608"/>
                    <a:pt x="1748790" y="737038"/>
                    <a:pt x="1731010" y="742118"/>
                  </a:cubicBezTo>
                  <a:cubicBezTo>
                    <a:pt x="1708150" y="749738"/>
                    <a:pt x="1682750" y="744658"/>
                    <a:pt x="1644650" y="738308"/>
                  </a:cubicBezTo>
                  <a:cubicBezTo>
                    <a:pt x="1564640" y="725608"/>
                    <a:pt x="1381760" y="672268"/>
                    <a:pt x="1285240" y="632898"/>
                  </a:cubicBezTo>
                  <a:cubicBezTo>
                    <a:pt x="1214120" y="603688"/>
                    <a:pt x="1160780" y="560508"/>
                    <a:pt x="1108710" y="541458"/>
                  </a:cubicBezTo>
                  <a:cubicBezTo>
                    <a:pt x="1070610" y="526218"/>
                    <a:pt x="1042670" y="531298"/>
                    <a:pt x="1004570" y="516058"/>
                  </a:cubicBezTo>
                  <a:cubicBezTo>
                    <a:pt x="953770" y="495738"/>
                    <a:pt x="864870" y="456368"/>
                    <a:pt x="835660" y="420808"/>
                  </a:cubicBezTo>
                  <a:cubicBezTo>
                    <a:pt x="817880" y="399218"/>
                    <a:pt x="810260" y="372548"/>
                    <a:pt x="811530" y="352228"/>
                  </a:cubicBezTo>
                  <a:cubicBezTo>
                    <a:pt x="814070" y="334448"/>
                    <a:pt x="828040" y="315398"/>
                    <a:pt x="839470" y="303968"/>
                  </a:cubicBezTo>
                  <a:cubicBezTo>
                    <a:pt x="848360" y="296348"/>
                    <a:pt x="857250" y="291268"/>
                    <a:pt x="872490" y="288728"/>
                  </a:cubicBezTo>
                  <a:cubicBezTo>
                    <a:pt x="899160" y="283648"/>
                    <a:pt x="939800" y="287458"/>
                    <a:pt x="988060" y="293808"/>
                  </a:cubicBezTo>
                  <a:cubicBezTo>
                    <a:pt x="1076960" y="303968"/>
                    <a:pt x="1303020" y="330638"/>
                    <a:pt x="1358900" y="370008"/>
                  </a:cubicBezTo>
                  <a:cubicBezTo>
                    <a:pt x="1383030" y="386518"/>
                    <a:pt x="1391920" y="409378"/>
                    <a:pt x="1393190" y="428428"/>
                  </a:cubicBezTo>
                  <a:cubicBezTo>
                    <a:pt x="1395730" y="444938"/>
                    <a:pt x="1388110" y="465258"/>
                    <a:pt x="1377950" y="477958"/>
                  </a:cubicBezTo>
                  <a:cubicBezTo>
                    <a:pt x="1367790" y="490658"/>
                    <a:pt x="1350010" y="500818"/>
                    <a:pt x="1333500" y="504628"/>
                  </a:cubicBezTo>
                  <a:cubicBezTo>
                    <a:pt x="1314450" y="508438"/>
                    <a:pt x="1299210" y="503358"/>
                    <a:pt x="1271270" y="497008"/>
                  </a:cubicBezTo>
                  <a:cubicBezTo>
                    <a:pt x="1198880" y="479228"/>
                    <a:pt x="1027430" y="401758"/>
                    <a:pt x="905510" y="359848"/>
                  </a:cubicBezTo>
                  <a:cubicBezTo>
                    <a:pt x="786130" y="319208"/>
                    <a:pt x="643890" y="282378"/>
                    <a:pt x="546100" y="246818"/>
                  </a:cubicBezTo>
                  <a:cubicBezTo>
                    <a:pt x="478790" y="222688"/>
                    <a:pt x="410210" y="204908"/>
                    <a:pt x="375920" y="175698"/>
                  </a:cubicBezTo>
                  <a:cubicBezTo>
                    <a:pt x="354330" y="157918"/>
                    <a:pt x="340360" y="136328"/>
                    <a:pt x="337820" y="116008"/>
                  </a:cubicBezTo>
                  <a:cubicBezTo>
                    <a:pt x="336550" y="94418"/>
                    <a:pt x="353060" y="63938"/>
                    <a:pt x="365760" y="51238"/>
                  </a:cubicBezTo>
                  <a:cubicBezTo>
                    <a:pt x="375920" y="41078"/>
                    <a:pt x="387350" y="37268"/>
                    <a:pt x="400050" y="34728"/>
                  </a:cubicBezTo>
                  <a:cubicBezTo>
                    <a:pt x="415290" y="33458"/>
                    <a:pt x="431800" y="34728"/>
                    <a:pt x="453390" y="43618"/>
                  </a:cubicBezTo>
                  <a:cubicBezTo>
                    <a:pt x="494030" y="62668"/>
                    <a:pt x="563880" y="137598"/>
                    <a:pt x="614680" y="170618"/>
                  </a:cubicBezTo>
                  <a:cubicBezTo>
                    <a:pt x="655320" y="197288"/>
                    <a:pt x="683260" y="201098"/>
                    <a:pt x="728980" y="231578"/>
                  </a:cubicBezTo>
                  <a:cubicBezTo>
                    <a:pt x="810260" y="288728"/>
                    <a:pt x="1016000" y="453828"/>
                    <a:pt x="1047750" y="507168"/>
                  </a:cubicBezTo>
                  <a:cubicBezTo>
                    <a:pt x="1056640" y="523678"/>
                    <a:pt x="1055370" y="532568"/>
                    <a:pt x="1054100" y="545268"/>
                  </a:cubicBezTo>
                  <a:cubicBezTo>
                    <a:pt x="1052830" y="561778"/>
                    <a:pt x="1041400" y="585908"/>
                    <a:pt x="1031240" y="598608"/>
                  </a:cubicBezTo>
                  <a:cubicBezTo>
                    <a:pt x="1021080" y="608768"/>
                    <a:pt x="1010920" y="615118"/>
                    <a:pt x="996950" y="617658"/>
                  </a:cubicBezTo>
                  <a:cubicBezTo>
                    <a:pt x="981710" y="622738"/>
                    <a:pt x="963930" y="625278"/>
                    <a:pt x="939800" y="615118"/>
                  </a:cubicBezTo>
                  <a:cubicBezTo>
                    <a:pt x="883920" y="590988"/>
                    <a:pt x="758190" y="424618"/>
                    <a:pt x="697230" y="391598"/>
                  </a:cubicBezTo>
                  <a:cubicBezTo>
                    <a:pt x="666750" y="376358"/>
                    <a:pt x="641350" y="387788"/>
                    <a:pt x="621030" y="373818"/>
                  </a:cubicBezTo>
                  <a:cubicBezTo>
                    <a:pt x="599440" y="359848"/>
                    <a:pt x="585470" y="339528"/>
                    <a:pt x="571500" y="310318"/>
                  </a:cubicBezTo>
                  <a:cubicBezTo>
                    <a:pt x="549910" y="262058"/>
                    <a:pt x="527050" y="149028"/>
                    <a:pt x="529590" y="104578"/>
                  </a:cubicBezTo>
                  <a:cubicBezTo>
                    <a:pt x="530860" y="82988"/>
                    <a:pt x="537210" y="69018"/>
                    <a:pt x="546100" y="57588"/>
                  </a:cubicBezTo>
                  <a:cubicBezTo>
                    <a:pt x="553720" y="47428"/>
                    <a:pt x="562610" y="41078"/>
                    <a:pt x="572770" y="37268"/>
                  </a:cubicBezTo>
                  <a:cubicBezTo>
                    <a:pt x="586740" y="32188"/>
                    <a:pt x="608330" y="29648"/>
                    <a:pt x="623570" y="34728"/>
                  </a:cubicBezTo>
                  <a:cubicBezTo>
                    <a:pt x="641350" y="42348"/>
                    <a:pt x="656590" y="55048"/>
                    <a:pt x="669290" y="82988"/>
                  </a:cubicBezTo>
                  <a:cubicBezTo>
                    <a:pt x="709930" y="171888"/>
                    <a:pt x="732790" y="579558"/>
                    <a:pt x="728980" y="717988"/>
                  </a:cubicBezTo>
                  <a:cubicBezTo>
                    <a:pt x="727710" y="784028"/>
                    <a:pt x="698500" y="862768"/>
                    <a:pt x="708660" y="865308"/>
                  </a:cubicBezTo>
                  <a:cubicBezTo>
                    <a:pt x="722630" y="870388"/>
                    <a:pt x="797560" y="617658"/>
                    <a:pt x="855980" y="580828"/>
                  </a:cubicBezTo>
                  <a:cubicBezTo>
                    <a:pt x="891540" y="559238"/>
                    <a:pt x="943610" y="559238"/>
                    <a:pt x="970280" y="578288"/>
                  </a:cubicBezTo>
                  <a:cubicBezTo>
                    <a:pt x="1000760" y="601148"/>
                    <a:pt x="1028700" y="705288"/>
                    <a:pt x="1013460" y="729418"/>
                  </a:cubicBezTo>
                  <a:cubicBezTo>
                    <a:pt x="1002030" y="747198"/>
                    <a:pt x="937260" y="753548"/>
                    <a:pt x="928370" y="740848"/>
                  </a:cubicBezTo>
                  <a:cubicBezTo>
                    <a:pt x="915670" y="723068"/>
                    <a:pt x="982980" y="650678"/>
                    <a:pt x="1010920" y="585908"/>
                  </a:cubicBezTo>
                  <a:cubicBezTo>
                    <a:pt x="1051560" y="484308"/>
                    <a:pt x="1098550" y="244278"/>
                    <a:pt x="1131570" y="183318"/>
                  </a:cubicBezTo>
                  <a:cubicBezTo>
                    <a:pt x="1143000" y="161728"/>
                    <a:pt x="1150620" y="154108"/>
                    <a:pt x="1163320" y="146488"/>
                  </a:cubicBezTo>
                  <a:cubicBezTo>
                    <a:pt x="1176020" y="138868"/>
                    <a:pt x="1196340" y="136328"/>
                    <a:pt x="1211580" y="140138"/>
                  </a:cubicBezTo>
                  <a:cubicBezTo>
                    <a:pt x="1225550" y="142678"/>
                    <a:pt x="1242060" y="154108"/>
                    <a:pt x="1250950" y="166808"/>
                  </a:cubicBezTo>
                  <a:cubicBezTo>
                    <a:pt x="1259840" y="178238"/>
                    <a:pt x="1262380" y="190938"/>
                    <a:pt x="1263650" y="212528"/>
                  </a:cubicBezTo>
                  <a:cubicBezTo>
                    <a:pt x="1266190" y="270948"/>
                    <a:pt x="1215390" y="436048"/>
                    <a:pt x="1202690" y="524948"/>
                  </a:cubicBezTo>
                  <a:cubicBezTo>
                    <a:pt x="1193800" y="590988"/>
                    <a:pt x="1191260" y="636708"/>
                    <a:pt x="1188720" y="698938"/>
                  </a:cubicBezTo>
                  <a:cubicBezTo>
                    <a:pt x="1186180" y="771328"/>
                    <a:pt x="1182370" y="869118"/>
                    <a:pt x="1188720" y="933888"/>
                  </a:cubicBezTo>
                  <a:cubicBezTo>
                    <a:pt x="1193800" y="982148"/>
                    <a:pt x="1216660" y="1027868"/>
                    <a:pt x="1214120" y="1055808"/>
                  </a:cubicBezTo>
                  <a:cubicBezTo>
                    <a:pt x="1212850" y="1071048"/>
                    <a:pt x="1207770" y="1081208"/>
                    <a:pt x="1201420" y="1090098"/>
                  </a:cubicBezTo>
                  <a:cubicBezTo>
                    <a:pt x="1193800" y="1100258"/>
                    <a:pt x="1184910" y="1109148"/>
                    <a:pt x="1173480" y="1115498"/>
                  </a:cubicBezTo>
                  <a:cubicBezTo>
                    <a:pt x="1159510" y="1121848"/>
                    <a:pt x="1135380" y="1125658"/>
                    <a:pt x="1118870" y="1121848"/>
                  </a:cubicBezTo>
                  <a:cubicBezTo>
                    <a:pt x="1102360" y="1118038"/>
                    <a:pt x="1084580" y="1104068"/>
                    <a:pt x="1074420" y="1090098"/>
                  </a:cubicBezTo>
                  <a:cubicBezTo>
                    <a:pt x="1065530" y="1076128"/>
                    <a:pt x="1060450" y="1062158"/>
                    <a:pt x="1061720" y="1038028"/>
                  </a:cubicBezTo>
                  <a:cubicBezTo>
                    <a:pt x="1062990" y="978338"/>
                    <a:pt x="1132840" y="825938"/>
                    <a:pt x="1148080" y="738308"/>
                  </a:cubicBezTo>
                  <a:cubicBezTo>
                    <a:pt x="1159510" y="673538"/>
                    <a:pt x="1145540" y="594798"/>
                    <a:pt x="1160780" y="565588"/>
                  </a:cubicBezTo>
                  <a:cubicBezTo>
                    <a:pt x="1167130" y="551618"/>
                    <a:pt x="1174750" y="546538"/>
                    <a:pt x="1186180" y="541458"/>
                  </a:cubicBezTo>
                  <a:cubicBezTo>
                    <a:pt x="1198880" y="535108"/>
                    <a:pt x="1221740" y="532568"/>
                    <a:pt x="1236980" y="533838"/>
                  </a:cubicBezTo>
                  <a:cubicBezTo>
                    <a:pt x="1248410" y="536378"/>
                    <a:pt x="1258570" y="541458"/>
                    <a:pt x="1267460" y="550348"/>
                  </a:cubicBezTo>
                  <a:cubicBezTo>
                    <a:pt x="1277620" y="560508"/>
                    <a:pt x="1289050" y="571938"/>
                    <a:pt x="1292860" y="594798"/>
                  </a:cubicBezTo>
                  <a:cubicBezTo>
                    <a:pt x="1300480" y="648138"/>
                    <a:pt x="1257300" y="803078"/>
                    <a:pt x="1235710" y="884358"/>
                  </a:cubicBezTo>
                  <a:cubicBezTo>
                    <a:pt x="1220470" y="944048"/>
                    <a:pt x="1206500" y="1003738"/>
                    <a:pt x="1184910" y="1036758"/>
                  </a:cubicBezTo>
                  <a:cubicBezTo>
                    <a:pt x="1170940" y="1057078"/>
                    <a:pt x="1155700" y="1073588"/>
                    <a:pt x="1139190" y="1078668"/>
                  </a:cubicBezTo>
                  <a:cubicBezTo>
                    <a:pt x="1123950" y="1083748"/>
                    <a:pt x="1103630" y="1078668"/>
                    <a:pt x="1090930" y="1073588"/>
                  </a:cubicBezTo>
                  <a:cubicBezTo>
                    <a:pt x="1080770" y="1068508"/>
                    <a:pt x="1074420" y="1064698"/>
                    <a:pt x="1066800" y="1051998"/>
                  </a:cubicBezTo>
                  <a:cubicBezTo>
                    <a:pt x="1049020" y="1020248"/>
                    <a:pt x="1042670" y="922458"/>
                    <a:pt x="1036320" y="848798"/>
                  </a:cubicBezTo>
                  <a:cubicBezTo>
                    <a:pt x="1028700" y="763708"/>
                    <a:pt x="1035050" y="672268"/>
                    <a:pt x="1029970" y="574478"/>
                  </a:cubicBezTo>
                  <a:cubicBezTo>
                    <a:pt x="1022350" y="462718"/>
                    <a:pt x="988060" y="298888"/>
                    <a:pt x="994410" y="217608"/>
                  </a:cubicBezTo>
                  <a:cubicBezTo>
                    <a:pt x="998220" y="175698"/>
                    <a:pt x="1023620" y="123628"/>
                    <a:pt x="1019810" y="122358"/>
                  </a:cubicBezTo>
                  <a:cubicBezTo>
                    <a:pt x="1013460" y="119818"/>
                    <a:pt x="919480" y="307778"/>
                    <a:pt x="878840" y="419538"/>
                  </a:cubicBezTo>
                  <a:cubicBezTo>
                    <a:pt x="830580" y="554158"/>
                    <a:pt x="821690" y="820858"/>
                    <a:pt x="763270" y="878008"/>
                  </a:cubicBezTo>
                  <a:cubicBezTo>
                    <a:pt x="736600" y="903408"/>
                    <a:pt x="703580" y="911028"/>
                    <a:pt x="670560" y="897058"/>
                  </a:cubicBezTo>
                  <a:cubicBezTo>
                    <a:pt x="601980" y="869118"/>
                    <a:pt x="459740" y="631628"/>
                    <a:pt x="440690" y="547808"/>
                  </a:cubicBezTo>
                  <a:cubicBezTo>
                    <a:pt x="431800" y="507168"/>
                    <a:pt x="435610" y="461448"/>
                    <a:pt x="455930" y="447478"/>
                  </a:cubicBezTo>
                  <a:cubicBezTo>
                    <a:pt x="478790" y="432238"/>
                    <a:pt x="532130" y="457638"/>
                    <a:pt x="584200" y="480498"/>
                  </a:cubicBezTo>
                  <a:cubicBezTo>
                    <a:pt x="679450" y="522408"/>
                    <a:pt x="814070" y="640518"/>
                    <a:pt x="957580" y="730688"/>
                  </a:cubicBezTo>
                  <a:cubicBezTo>
                    <a:pt x="1145540" y="848798"/>
                    <a:pt x="1426210" y="1022788"/>
                    <a:pt x="1621790" y="1120578"/>
                  </a:cubicBezTo>
                  <a:cubicBezTo>
                    <a:pt x="1767840" y="1192968"/>
                    <a:pt x="1967230" y="1236148"/>
                    <a:pt x="2016760" y="1283138"/>
                  </a:cubicBezTo>
                  <a:cubicBezTo>
                    <a:pt x="2033270" y="1299648"/>
                    <a:pt x="2035810" y="1316158"/>
                    <a:pt x="2037080" y="1331398"/>
                  </a:cubicBezTo>
                  <a:cubicBezTo>
                    <a:pt x="2038350" y="1342828"/>
                    <a:pt x="2037080" y="1354258"/>
                    <a:pt x="2030730" y="1365688"/>
                  </a:cubicBezTo>
                  <a:cubicBezTo>
                    <a:pt x="2024380" y="1378388"/>
                    <a:pt x="2009140" y="1394898"/>
                    <a:pt x="1993900" y="1401248"/>
                  </a:cubicBezTo>
                  <a:cubicBezTo>
                    <a:pt x="1978660" y="1408868"/>
                    <a:pt x="1964690" y="1413948"/>
                    <a:pt x="1941830" y="1405058"/>
                  </a:cubicBezTo>
                  <a:cubicBezTo>
                    <a:pt x="1864360" y="1373308"/>
                    <a:pt x="1597660" y="1062158"/>
                    <a:pt x="1515110" y="958018"/>
                  </a:cubicBezTo>
                  <a:cubicBezTo>
                    <a:pt x="1475740" y="908488"/>
                    <a:pt x="1442720" y="876738"/>
                    <a:pt x="1438910" y="838638"/>
                  </a:cubicBezTo>
                  <a:cubicBezTo>
                    <a:pt x="1435100" y="808158"/>
                    <a:pt x="1449070" y="761168"/>
                    <a:pt x="1470660" y="751008"/>
                  </a:cubicBezTo>
                  <a:cubicBezTo>
                    <a:pt x="1498600" y="739578"/>
                    <a:pt x="1560830" y="782758"/>
                    <a:pt x="1606550" y="809428"/>
                  </a:cubicBezTo>
                  <a:cubicBezTo>
                    <a:pt x="1658620" y="842448"/>
                    <a:pt x="1690370" y="890708"/>
                    <a:pt x="1764030" y="938968"/>
                  </a:cubicBezTo>
                  <a:cubicBezTo>
                    <a:pt x="1899920" y="1031678"/>
                    <a:pt x="2303780" y="1201858"/>
                    <a:pt x="2387600" y="1279328"/>
                  </a:cubicBezTo>
                  <a:cubicBezTo>
                    <a:pt x="2415540" y="1304728"/>
                    <a:pt x="2405380" y="1330128"/>
                    <a:pt x="2430780" y="1344098"/>
                  </a:cubicBezTo>
                  <a:cubicBezTo>
                    <a:pt x="2470150" y="1364418"/>
                    <a:pt x="2575560" y="1335208"/>
                    <a:pt x="2633980" y="1337748"/>
                  </a:cubicBezTo>
                  <a:cubicBezTo>
                    <a:pt x="2677160" y="1339018"/>
                    <a:pt x="2722880" y="1333938"/>
                    <a:pt x="2747010" y="1349178"/>
                  </a:cubicBezTo>
                  <a:cubicBezTo>
                    <a:pt x="2763520" y="1359338"/>
                    <a:pt x="2772410" y="1378388"/>
                    <a:pt x="2774950" y="1394898"/>
                  </a:cubicBezTo>
                  <a:cubicBezTo>
                    <a:pt x="2778760" y="1411408"/>
                    <a:pt x="2773680" y="1434268"/>
                    <a:pt x="2766060" y="1448238"/>
                  </a:cubicBezTo>
                  <a:cubicBezTo>
                    <a:pt x="2757170" y="1463478"/>
                    <a:pt x="2739390" y="1477448"/>
                    <a:pt x="2722880" y="1482528"/>
                  </a:cubicBezTo>
                  <a:cubicBezTo>
                    <a:pt x="2706370" y="1487608"/>
                    <a:pt x="2691130" y="1486338"/>
                    <a:pt x="2668270" y="1478718"/>
                  </a:cubicBezTo>
                  <a:cubicBezTo>
                    <a:pt x="2621280" y="1464748"/>
                    <a:pt x="2523490" y="1401248"/>
                    <a:pt x="2465070" y="1363148"/>
                  </a:cubicBezTo>
                  <a:cubicBezTo>
                    <a:pt x="2416810" y="1332668"/>
                    <a:pt x="2359660" y="1302188"/>
                    <a:pt x="2339340" y="1270438"/>
                  </a:cubicBezTo>
                  <a:cubicBezTo>
                    <a:pt x="2326640" y="1248848"/>
                    <a:pt x="2324100" y="1222178"/>
                    <a:pt x="2330450" y="1204398"/>
                  </a:cubicBezTo>
                  <a:cubicBezTo>
                    <a:pt x="2336800" y="1185348"/>
                    <a:pt x="2352040" y="1165028"/>
                    <a:pt x="2378710" y="1158678"/>
                  </a:cubicBezTo>
                  <a:cubicBezTo>
                    <a:pt x="2438400" y="1143438"/>
                    <a:pt x="2616200" y="1223448"/>
                    <a:pt x="2716530" y="1243768"/>
                  </a:cubicBezTo>
                  <a:cubicBezTo>
                    <a:pt x="2795270" y="1261548"/>
                    <a:pt x="2886710" y="1260278"/>
                    <a:pt x="2929890" y="1280598"/>
                  </a:cubicBezTo>
                  <a:cubicBezTo>
                    <a:pt x="2952750" y="1292028"/>
                    <a:pt x="2967990" y="1305998"/>
                    <a:pt x="2975610" y="1321238"/>
                  </a:cubicBezTo>
                  <a:cubicBezTo>
                    <a:pt x="2981960" y="1335208"/>
                    <a:pt x="2980690" y="1354258"/>
                    <a:pt x="2975610" y="1366958"/>
                  </a:cubicBezTo>
                  <a:cubicBezTo>
                    <a:pt x="2970530" y="1380928"/>
                    <a:pt x="2956560" y="1394898"/>
                    <a:pt x="2945130" y="1401248"/>
                  </a:cubicBezTo>
                  <a:cubicBezTo>
                    <a:pt x="2934970" y="1407598"/>
                    <a:pt x="2932430" y="1406328"/>
                    <a:pt x="2914650" y="1408868"/>
                  </a:cubicBezTo>
                  <a:cubicBezTo>
                    <a:pt x="2787650" y="1424108"/>
                    <a:pt x="1609090" y="1415218"/>
                    <a:pt x="1362710" y="1405058"/>
                  </a:cubicBezTo>
                  <a:cubicBezTo>
                    <a:pt x="1285240" y="1401248"/>
                    <a:pt x="1242060" y="1403788"/>
                    <a:pt x="1210310" y="1392358"/>
                  </a:cubicBezTo>
                  <a:cubicBezTo>
                    <a:pt x="1193800" y="1387278"/>
                    <a:pt x="1182370" y="1378388"/>
                    <a:pt x="1174750" y="1368228"/>
                  </a:cubicBezTo>
                  <a:cubicBezTo>
                    <a:pt x="1168400" y="1360608"/>
                    <a:pt x="1165860" y="1351718"/>
                    <a:pt x="1164590" y="1341558"/>
                  </a:cubicBezTo>
                  <a:cubicBezTo>
                    <a:pt x="1163320" y="1328858"/>
                    <a:pt x="1164590" y="1311078"/>
                    <a:pt x="1174750" y="1299648"/>
                  </a:cubicBezTo>
                  <a:cubicBezTo>
                    <a:pt x="1189990" y="1281868"/>
                    <a:pt x="1214120" y="1271708"/>
                    <a:pt x="1259840" y="1261548"/>
                  </a:cubicBezTo>
                  <a:cubicBezTo>
                    <a:pt x="1412240" y="1229798"/>
                    <a:pt x="2115820" y="1245038"/>
                    <a:pt x="2301240" y="1267898"/>
                  </a:cubicBezTo>
                  <a:cubicBezTo>
                    <a:pt x="2369820" y="1275518"/>
                    <a:pt x="2411730" y="1281868"/>
                    <a:pt x="2440940" y="1300918"/>
                  </a:cubicBezTo>
                  <a:cubicBezTo>
                    <a:pt x="2459990" y="1314888"/>
                    <a:pt x="2471420" y="1336478"/>
                    <a:pt x="2473960" y="1351718"/>
                  </a:cubicBezTo>
                  <a:cubicBezTo>
                    <a:pt x="2476500" y="1363148"/>
                    <a:pt x="2475230" y="1372038"/>
                    <a:pt x="2470150" y="1382198"/>
                  </a:cubicBezTo>
                  <a:cubicBezTo>
                    <a:pt x="2463800" y="1393628"/>
                    <a:pt x="2456180" y="1405058"/>
                    <a:pt x="2438400" y="1416488"/>
                  </a:cubicBezTo>
                  <a:cubicBezTo>
                    <a:pt x="2405380" y="1438078"/>
                    <a:pt x="2340610" y="1455858"/>
                    <a:pt x="2258060" y="1478718"/>
                  </a:cubicBezTo>
                  <a:cubicBezTo>
                    <a:pt x="2085340" y="1526978"/>
                    <a:pt x="1604010" y="1632388"/>
                    <a:pt x="1445260" y="1653978"/>
                  </a:cubicBezTo>
                  <a:cubicBezTo>
                    <a:pt x="1380490" y="1662868"/>
                    <a:pt x="1341120" y="1666678"/>
                    <a:pt x="1308100" y="1661598"/>
                  </a:cubicBezTo>
                  <a:cubicBezTo>
                    <a:pt x="1287780" y="1657788"/>
                    <a:pt x="1273810" y="1655248"/>
                    <a:pt x="1262380" y="1643818"/>
                  </a:cubicBezTo>
                  <a:cubicBezTo>
                    <a:pt x="1249680" y="1631118"/>
                    <a:pt x="1239520" y="1603178"/>
                    <a:pt x="1240790" y="1585398"/>
                  </a:cubicBezTo>
                  <a:cubicBezTo>
                    <a:pt x="1240790" y="1570158"/>
                    <a:pt x="1250950" y="1552378"/>
                    <a:pt x="1262380" y="1542218"/>
                  </a:cubicBezTo>
                  <a:cubicBezTo>
                    <a:pt x="1273810" y="1532058"/>
                    <a:pt x="1295400" y="1524438"/>
                    <a:pt x="1308100" y="1525708"/>
                  </a:cubicBezTo>
                  <a:cubicBezTo>
                    <a:pt x="1318260" y="1526978"/>
                    <a:pt x="1318260" y="1538408"/>
                    <a:pt x="1333500" y="1542218"/>
                  </a:cubicBezTo>
                  <a:cubicBezTo>
                    <a:pt x="1414780" y="1566348"/>
                    <a:pt x="1963420" y="1529518"/>
                    <a:pt x="2127250" y="1535868"/>
                  </a:cubicBezTo>
                  <a:cubicBezTo>
                    <a:pt x="2202180" y="1538408"/>
                    <a:pt x="2279650" y="1528248"/>
                    <a:pt x="2289810" y="1548568"/>
                  </a:cubicBezTo>
                  <a:cubicBezTo>
                    <a:pt x="2296160" y="1563808"/>
                    <a:pt x="2261870" y="1615878"/>
                    <a:pt x="2236470" y="1622228"/>
                  </a:cubicBezTo>
                  <a:cubicBezTo>
                    <a:pt x="2199640" y="1631118"/>
                    <a:pt x="2145030" y="1570158"/>
                    <a:pt x="2076450" y="1542218"/>
                  </a:cubicBezTo>
                  <a:cubicBezTo>
                    <a:pt x="1964690" y="1495228"/>
                    <a:pt x="1687830" y="1425378"/>
                    <a:pt x="1617980" y="1389818"/>
                  </a:cubicBezTo>
                  <a:cubicBezTo>
                    <a:pt x="1595120" y="1378388"/>
                    <a:pt x="1584960" y="1374578"/>
                    <a:pt x="1576070" y="1360608"/>
                  </a:cubicBezTo>
                  <a:cubicBezTo>
                    <a:pt x="1567180" y="1345368"/>
                    <a:pt x="1560830" y="1313618"/>
                    <a:pt x="1568450" y="1294568"/>
                  </a:cubicBezTo>
                  <a:cubicBezTo>
                    <a:pt x="1574800" y="1276788"/>
                    <a:pt x="1591310" y="1260278"/>
                    <a:pt x="1617980" y="1250118"/>
                  </a:cubicBezTo>
                  <a:cubicBezTo>
                    <a:pt x="1678940" y="1228528"/>
                    <a:pt x="1898650" y="1237418"/>
                    <a:pt x="1954530" y="1255198"/>
                  </a:cubicBezTo>
                  <a:cubicBezTo>
                    <a:pt x="1974850" y="1262818"/>
                    <a:pt x="1985010" y="1270438"/>
                    <a:pt x="1992630" y="1283138"/>
                  </a:cubicBezTo>
                  <a:cubicBezTo>
                    <a:pt x="2001520" y="1294568"/>
                    <a:pt x="2006600" y="1313618"/>
                    <a:pt x="2004060" y="1327588"/>
                  </a:cubicBezTo>
                  <a:cubicBezTo>
                    <a:pt x="2002790" y="1342828"/>
                    <a:pt x="1993900" y="1360608"/>
                    <a:pt x="1982470" y="1369498"/>
                  </a:cubicBezTo>
                  <a:cubicBezTo>
                    <a:pt x="1972310" y="1379658"/>
                    <a:pt x="1963420" y="1382198"/>
                    <a:pt x="1939290" y="1386008"/>
                  </a:cubicBezTo>
                  <a:cubicBezTo>
                    <a:pt x="1821180" y="1407598"/>
                    <a:pt x="1205230" y="1375848"/>
                    <a:pt x="897890" y="1384738"/>
                  </a:cubicBezTo>
                  <a:cubicBezTo>
                    <a:pt x="652780" y="1391088"/>
                    <a:pt x="388620" y="1401248"/>
                    <a:pt x="237490" y="1420298"/>
                  </a:cubicBezTo>
                  <a:cubicBezTo>
                    <a:pt x="158750" y="1430458"/>
                    <a:pt x="92710" y="1459668"/>
                    <a:pt x="58420" y="1458398"/>
                  </a:cubicBezTo>
                  <a:cubicBezTo>
                    <a:pt x="44450" y="1457128"/>
                    <a:pt x="38100" y="1453318"/>
                    <a:pt x="29210" y="1448238"/>
                  </a:cubicBezTo>
                  <a:cubicBezTo>
                    <a:pt x="20320" y="1441888"/>
                    <a:pt x="12700" y="1435538"/>
                    <a:pt x="8890" y="1425378"/>
                  </a:cubicBezTo>
                  <a:cubicBezTo>
                    <a:pt x="2540" y="1413948"/>
                    <a:pt x="0" y="1393628"/>
                    <a:pt x="1270" y="1380928"/>
                  </a:cubicBezTo>
                  <a:cubicBezTo>
                    <a:pt x="2540" y="1370768"/>
                    <a:pt x="7620" y="1361878"/>
                    <a:pt x="15240" y="1352988"/>
                  </a:cubicBezTo>
                  <a:cubicBezTo>
                    <a:pt x="24130" y="1344098"/>
                    <a:pt x="31750" y="1336478"/>
                    <a:pt x="54610" y="1331398"/>
                  </a:cubicBezTo>
                  <a:cubicBezTo>
                    <a:pt x="156210" y="1311078"/>
                    <a:pt x="694690" y="1415218"/>
                    <a:pt x="943610" y="1431728"/>
                  </a:cubicBezTo>
                  <a:cubicBezTo>
                    <a:pt x="1121410" y="1443158"/>
                    <a:pt x="1281430" y="1444428"/>
                    <a:pt x="1405890" y="1441888"/>
                  </a:cubicBezTo>
                  <a:cubicBezTo>
                    <a:pt x="1492250" y="1439348"/>
                    <a:pt x="1540510" y="1435538"/>
                    <a:pt x="1621790" y="1425378"/>
                  </a:cubicBezTo>
                  <a:cubicBezTo>
                    <a:pt x="1729740" y="1412678"/>
                    <a:pt x="1893570" y="1389818"/>
                    <a:pt x="1993900" y="1365688"/>
                  </a:cubicBezTo>
                  <a:cubicBezTo>
                    <a:pt x="2065020" y="1347908"/>
                    <a:pt x="2133600" y="1307268"/>
                    <a:pt x="2172970" y="1305998"/>
                  </a:cubicBezTo>
                  <a:cubicBezTo>
                    <a:pt x="2192020" y="1305998"/>
                    <a:pt x="2204720" y="1309808"/>
                    <a:pt x="2216150" y="1318698"/>
                  </a:cubicBezTo>
                  <a:cubicBezTo>
                    <a:pt x="2226310" y="1326318"/>
                    <a:pt x="2236470" y="1341558"/>
                    <a:pt x="2239010" y="1355528"/>
                  </a:cubicBezTo>
                  <a:cubicBezTo>
                    <a:pt x="2241550" y="1369498"/>
                    <a:pt x="2239010" y="1387278"/>
                    <a:pt x="2232660" y="1398708"/>
                  </a:cubicBezTo>
                  <a:cubicBezTo>
                    <a:pt x="2225040" y="1411408"/>
                    <a:pt x="2198370" y="1426648"/>
                    <a:pt x="2198370" y="1426648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94068" y="-253744"/>
            <a:ext cx="8551669" cy="9136150"/>
          </a:xfrm>
          <a:custGeom>
            <a:avLst/>
            <a:gdLst/>
            <a:ahLst/>
            <a:cxnLst/>
            <a:rect r="r" b="b" t="t" l="l"/>
            <a:pathLst>
              <a:path h="9136150" w="8551669">
                <a:moveTo>
                  <a:pt x="0" y="0"/>
                </a:moveTo>
                <a:lnTo>
                  <a:pt x="8551670" y="0"/>
                </a:lnTo>
                <a:lnTo>
                  <a:pt x="8551670" y="9136150"/>
                </a:lnTo>
                <a:lnTo>
                  <a:pt x="0" y="9136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89" r="0" b="-18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17654" y="1028700"/>
            <a:ext cx="8118930" cy="8611438"/>
          </a:xfrm>
          <a:custGeom>
            <a:avLst/>
            <a:gdLst/>
            <a:ahLst/>
            <a:cxnLst/>
            <a:rect r="r" b="b" t="t" l="l"/>
            <a:pathLst>
              <a:path h="8611438" w="8118930">
                <a:moveTo>
                  <a:pt x="0" y="0"/>
                </a:moveTo>
                <a:lnTo>
                  <a:pt x="8118930" y="0"/>
                </a:lnTo>
                <a:lnTo>
                  <a:pt x="8118930" y="8611438"/>
                </a:lnTo>
                <a:lnTo>
                  <a:pt x="0" y="8611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7" r="0" b="-417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620315"/>
            <a:ext cx="16230600" cy="9129712"/>
          </a:xfrm>
          <a:custGeom>
            <a:avLst/>
            <a:gdLst/>
            <a:ahLst/>
            <a:cxnLst/>
            <a:rect r="r" b="b" t="t" l="l"/>
            <a:pathLst>
              <a:path h="9129712" w="16230600">
                <a:moveTo>
                  <a:pt x="0" y="0"/>
                </a:moveTo>
                <a:lnTo>
                  <a:pt x="16230600" y="0"/>
                </a:lnTo>
                <a:lnTo>
                  <a:pt x="16230600" y="9129713"/>
                </a:lnTo>
                <a:lnTo>
                  <a:pt x="0" y="9129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544550" y="481012"/>
            <a:ext cx="3807142" cy="1986915"/>
            <a:chOff x="0" y="0"/>
            <a:chExt cx="5076190" cy="26492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50800"/>
              <a:ext cx="4973320" cy="2547620"/>
            </a:xfrm>
            <a:custGeom>
              <a:avLst/>
              <a:gdLst/>
              <a:ahLst/>
              <a:cxnLst/>
              <a:rect r="r" b="b" t="t" l="l"/>
              <a:pathLst>
                <a:path h="2547620" w="4973320">
                  <a:moveTo>
                    <a:pt x="0" y="255270"/>
                  </a:moveTo>
                  <a:cubicBezTo>
                    <a:pt x="17780" y="149860"/>
                    <a:pt x="49530" y="109220"/>
                    <a:pt x="77470" y="93980"/>
                  </a:cubicBezTo>
                  <a:cubicBezTo>
                    <a:pt x="101600" y="81280"/>
                    <a:pt x="129540" y="85090"/>
                    <a:pt x="157480" y="83820"/>
                  </a:cubicBezTo>
                  <a:cubicBezTo>
                    <a:pt x="186690" y="82550"/>
                    <a:pt x="234950" y="83820"/>
                    <a:pt x="250190" y="85090"/>
                  </a:cubicBezTo>
                  <a:cubicBezTo>
                    <a:pt x="254000" y="86360"/>
                    <a:pt x="256540" y="87630"/>
                    <a:pt x="257810" y="87630"/>
                  </a:cubicBezTo>
                  <a:cubicBezTo>
                    <a:pt x="259080" y="87630"/>
                    <a:pt x="259080" y="86360"/>
                    <a:pt x="260350" y="85090"/>
                  </a:cubicBezTo>
                  <a:cubicBezTo>
                    <a:pt x="261620" y="83820"/>
                    <a:pt x="266700" y="78740"/>
                    <a:pt x="266700" y="78740"/>
                  </a:cubicBezTo>
                  <a:cubicBezTo>
                    <a:pt x="266700" y="78740"/>
                    <a:pt x="273050" y="74930"/>
                    <a:pt x="275590" y="73660"/>
                  </a:cubicBezTo>
                  <a:cubicBezTo>
                    <a:pt x="278130" y="72390"/>
                    <a:pt x="283210" y="68580"/>
                    <a:pt x="283210" y="68580"/>
                  </a:cubicBezTo>
                  <a:cubicBezTo>
                    <a:pt x="284480" y="68580"/>
                    <a:pt x="289560" y="67310"/>
                    <a:pt x="293370" y="66040"/>
                  </a:cubicBezTo>
                  <a:cubicBezTo>
                    <a:pt x="295910" y="64770"/>
                    <a:pt x="302260" y="63500"/>
                    <a:pt x="302260" y="63500"/>
                  </a:cubicBezTo>
                  <a:cubicBezTo>
                    <a:pt x="302260" y="63500"/>
                    <a:pt x="308610" y="62230"/>
                    <a:pt x="312420" y="62230"/>
                  </a:cubicBezTo>
                  <a:cubicBezTo>
                    <a:pt x="314960" y="62230"/>
                    <a:pt x="321310" y="62230"/>
                    <a:pt x="321310" y="62230"/>
                  </a:cubicBezTo>
                  <a:cubicBezTo>
                    <a:pt x="321310" y="62230"/>
                    <a:pt x="358140" y="63500"/>
                    <a:pt x="381000" y="66040"/>
                  </a:cubicBezTo>
                  <a:cubicBezTo>
                    <a:pt x="411480" y="69850"/>
                    <a:pt x="452120" y="76200"/>
                    <a:pt x="487680" y="87630"/>
                  </a:cubicBezTo>
                  <a:cubicBezTo>
                    <a:pt x="527050" y="100330"/>
                    <a:pt x="568960" y="118110"/>
                    <a:pt x="605790" y="139700"/>
                  </a:cubicBezTo>
                  <a:cubicBezTo>
                    <a:pt x="642620" y="161290"/>
                    <a:pt x="688340" y="185420"/>
                    <a:pt x="707390" y="218440"/>
                  </a:cubicBezTo>
                  <a:cubicBezTo>
                    <a:pt x="725170" y="248920"/>
                    <a:pt x="727710" y="290830"/>
                    <a:pt x="725170" y="325120"/>
                  </a:cubicBezTo>
                  <a:cubicBezTo>
                    <a:pt x="721360" y="358140"/>
                    <a:pt x="708660" y="387350"/>
                    <a:pt x="690880" y="420370"/>
                  </a:cubicBezTo>
                  <a:cubicBezTo>
                    <a:pt x="666750" y="461010"/>
                    <a:pt x="614680" y="510540"/>
                    <a:pt x="588010" y="548640"/>
                  </a:cubicBezTo>
                  <a:cubicBezTo>
                    <a:pt x="568960" y="575310"/>
                    <a:pt x="560070" y="593090"/>
                    <a:pt x="543560" y="621030"/>
                  </a:cubicBezTo>
                  <a:cubicBezTo>
                    <a:pt x="518160" y="660400"/>
                    <a:pt x="485140" y="720090"/>
                    <a:pt x="454660" y="760730"/>
                  </a:cubicBezTo>
                  <a:cubicBezTo>
                    <a:pt x="427990" y="795020"/>
                    <a:pt x="367030" y="844550"/>
                    <a:pt x="372110" y="852170"/>
                  </a:cubicBezTo>
                  <a:cubicBezTo>
                    <a:pt x="377190" y="859790"/>
                    <a:pt x="430530" y="838200"/>
                    <a:pt x="461010" y="825500"/>
                  </a:cubicBezTo>
                  <a:cubicBezTo>
                    <a:pt x="496570" y="810260"/>
                    <a:pt x="538480" y="779780"/>
                    <a:pt x="572770" y="763270"/>
                  </a:cubicBezTo>
                  <a:cubicBezTo>
                    <a:pt x="599440" y="750570"/>
                    <a:pt x="621030" y="746760"/>
                    <a:pt x="646430" y="732790"/>
                  </a:cubicBezTo>
                  <a:cubicBezTo>
                    <a:pt x="676910" y="717550"/>
                    <a:pt x="708660" y="684530"/>
                    <a:pt x="737870" y="668020"/>
                  </a:cubicBezTo>
                  <a:cubicBezTo>
                    <a:pt x="763270" y="655320"/>
                    <a:pt x="784860" y="652780"/>
                    <a:pt x="810260" y="641350"/>
                  </a:cubicBezTo>
                  <a:cubicBezTo>
                    <a:pt x="839470" y="626110"/>
                    <a:pt x="872490" y="594360"/>
                    <a:pt x="904240" y="581660"/>
                  </a:cubicBezTo>
                  <a:cubicBezTo>
                    <a:pt x="930910" y="570230"/>
                    <a:pt x="956310" y="566420"/>
                    <a:pt x="982980" y="560070"/>
                  </a:cubicBezTo>
                  <a:cubicBezTo>
                    <a:pt x="1012190" y="554990"/>
                    <a:pt x="1042670" y="548640"/>
                    <a:pt x="1071880" y="547370"/>
                  </a:cubicBezTo>
                  <a:cubicBezTo>
                    <a:pt x="1099820" y="546100"/>
                    <a:pt x="1127760" y="547370"/>
                    <a:pt x="1155700" y="552450"/>
                  </a:cubicBezTo>
                  <a:cubicBezTo>
                    <a:pt x="1183640" y="558800"/>
                    <a:pt x="1209040" y="570230"/>
                    <a:pt x="1238250" y="585470"/>
                  </a:cubicBezTo>
                  <a:cubicBezTo>
                    <a:pt x="1276350" y="603250"/>
                    <a:pt x="1330960" y="629920"/>
                    <a:pt x="1361440" y="655320"/>
                  </a:cubicBezTo>
                  <a:cubicBezTo>
                    <a:pt x="1385570" y="675640"/>
                    <a:pt x="1400810" y="697230"/>
                    <a:pt x="1416050" y="721360"/>
                  </a:cubicBezTo>
                  <a:cubicBezTo>
                    <a:pt x="1431290" y="744220"/>
                    <a:pt x="1436370" y="770890"/>
                    <a:pt x="1450340" y="796290"/>
                  </a:cubicBezTo>
                  <a:cubicBezTo>
                    <a:pt x="1465580" y="825500"/>
                    <a:pt x="1483360" y="854710"/>
                    <a:pt x="1503680" y="885190"/>
                  </a:cubicBezTo>
                  <a:cubicBezTo>
                    <a:pt x="1527810" y="919480"/>
                    <a:pt x="1564640" y="957580"/>
                    <a:pt x="1583690" y="991870"/>
                  </a:cubicBezTo>
                  <a:cubicBezTo>
                    <a:pt x="1600200" y="1021080"/>
                    <a:pt x="1605280" y="1047750"/>
                    <a:pt x="1619250" y="1076960"/>
                  </a:cubicBezTo>
                  <a:cubicBezTo>
                    <a:pt x="1634490" y="1112520"/>
                    <a:pt x="1664970" y="1150620"/>
                    <a:pt x="1675130" y="1189990"/>
                  </a:cubicBezTo>
                  <a:cubicBezTo>
                    <a:pt x="1685290" y="1228090"/>
                    <a:pt x="1663700" y="1301750"/>
                    <a:pt x="1680210" y="1310640"/>
                  </a:cubicBezTo>
                  <a:cubicBezTo>
                    <a:pt x="1695450" y="1318260"/>
                    <a:pt x="1733550" y="1282700"/>
                    <a:pt x="1755140" y="1264920"/>
                  </a:cubicBezTo>
                  <a:cubicBezTo>
                    <a:pt x="1774190" y="1248410"/>
                    <a:pt x="1797050" y="1221740"/>
                    <a:pt x="1803400" y="1210310"/>
                  </a:cubicBezTo>
                  <a:cubicBezTo>
                    <a:pt x="1807210" y="1206500"/>
                    <a:pt x="1805940" y="1206500"/>
                    <a:pt x="1808480" y="1202690"/>
                  </a:cubicBezTo>
                  <a:cubicBezTo>
                    <a:pt x="1818640" y="1183640"/>
                    <a:pt x="1858010" y="1109980"/>
                    <a:pt x="1883410" y="1059180"/>
                  </a:cubicBezTo>
                  <a:cubicBezTo>
                    <a:pt x="1911350" y="1003300"/>
                    <a:pt x="1936750" y="939800"/>
                    <a:pt x="1965960" y="877570"/>
                  </a:cubicBezTo>
                  <a:cubicBezTo>
                    <a:pt x="1997710" y="811530"/>
                    <a:pt x="2032000" y="739140"/>
                    <a:pt x="2066290" y="675640"/>
                  </a:cubicBezTo>
                  <a:cubicBezTo>
                    <a:pt x="2098040" y="617220"/>
                    <a:pt x="2133600" y="566420"/>
                    <a:pt x="2162810" y="508000"/>
                  </a:cubicBezTo>
                  <a:cubicBezTo>
                    <a:pt x="2193290" y="447040"/>
                    <a:pt x="2212340" y="379730"/>
                    <a:pt x="2244090" y="316230"/>
                  </a:cubicBezTo>
                  <a:cubicBezTo>
                    <a:pt x="2279650" y="248920"/>
                    <a:pt x="2367280" y="116840"/>
                    <a:pt x="2367280" y="115570"/>
                  </a:cubicBezTo>
                  <a:cubicBezTo>
                    <a:pt x="2367280" y="115570"/>
                    <a:pt x="2369820" y="111760"/>
                    <a:pt x="2371090" y="109220"/>
                  </a:cubicBezTo>
                  <a:cubicBezTo>
                    <a:pt x="2372360" y="106680"/>
                    <a:pt x="2374900" y="102870"/>
                    <a:pt x="2374900" y="102870"/>
                  </a:cubicBezTo>
                  <a:cubicBezTo>
                    <a:pt x="2374900" y="101600"/>
                    <a:pt x="2378710" y="99060"/>
                    <a:pt x="2381250" y="96520"/>
                  </a:cubicBezTo>
                  <a:cubicBezTo>
                    <a:pt x="2382520" y="95250"/>
                    <a:pt x="2386330" y="91440"/>
                    <a:pt x="2386330" y="91440"/>
                  </a:cubicBezTo>
                  <a:cubicBezTo>
                    <a:pt x="2386330" y="91440"/>
                    <a:pt x="2390140" y="87630"/>
                    <a:pt x="2392680" y="86360"/>
                  </a:cubicBezTo>
                  <a:cubicBezTo>
                    <a:pt x="2395220" y="85090"/>
                    <a:pt x="2399030" y="82550"/>
                    <a:pt x="2399030" y="82550"/>
                  </a:cubicBezTo>
                  <a:cubicBezTo>
                    <a:pt x="2399030" y="82550"/>
                    <a:pt x="2404110" y="81280"/>
                    <a:pt x="2406650" y="80010"/>
                  </a:cubicBezTo>
                  <a:cubicBezTo>
                    <a:pt x="2409190" y="78740"/>
                    <a:pt x="2414270" y="77470"/>
                    <a:pt x="2414270" y="77470"/>
                  </a:cubicBezTo>
                  <a:cubicBezTo>
                    <a:pt x="2414270" y="77470"/>
                    <a:pt x="2419350" y="77470"/>
                    <a:pt x="2421890" y="76200"/>
                  </a:cubicBezTo>
                  <a:cubicBezTo>
                    <a:pt x="2424430" y="76200"/>
                    <a:pt x="2429510" y="76200"/>
                    <a:pt x="2429510" y="76200"/>
                  </a:cubicBezTo>
                  <a:cubicBezTo>
                    <a:pt x="2429510" y="76200"/>
                    <a:pt x="2434590" y="77470"/>
                    <a:pt x="2437130" y="77470"/>
                  </a:cubicBezTo>
                  <a:cubicBezTo>
                    <a:pt x="2439670" y="77470"/>
                    <a:pt x="2444750" y="78740"/>
                    <a:pt x="2444750" y="78740"/>
                  </a:cubicBezTo>
                  <a:cubicBezTo>
                    <a:pt x="2444750" y="78740"/>
                    <a:pt x="2449830" y="80010"/>
                    <a:pt x="2452370" y="81280"/>
                  </a:cubicBezTo>
                  <a:cubicBezTo>
                    <a:pt x="2454910" y="82550"/>
                    <a:pt x="2459990" y="85090"/>
                    <a:pt x="2459990" y="85090"/>
                  </a:cubicBezTo>
                  <a:cubicBezTo>
                    <a:pt x="2459990" y="85090"/>
                    <a:pt x="2463800" y="87630"/>
                    <a:pt x="2466340" y="88900"/>
                  </a:cubicBezTo>
                  <a:cubicBezTo>
                    <a:pt x="2467610" y="90170"/>
                    <a:pt x="2471420" y="93980"/>
                    <a:pt x="2472690" y="93980"/>
                  </a:cubicBezTo>
                  <a:cubicBezTo>
                    <a:pt x="2472690" y="93980"/>
                    <a:pt x="2475230" y="97790"/>
                    <a:pt x="2476500" y="100330"/>
                  </a:cubicBezTo>
                  <a:cubicBezTo>
                    <a:pt x="2479040" y="101600"/>
                    <a:pt x="2481580" y="105410"/>
                    <a:pt x="2481580" y="105410"/>
                  </a:cubicBezTo>
                  <a:cubicBezTo>
                    <a:pt x="2481580" y="105410"/>
                    <a:pt x="2484120" y="110490"/>
                    <a:pt x="2485390" y="113030"/>
                  </a:cubicBezTo>
                  <a:cubicBezTo>
                    <a:pt x="2486660" y="115570"/>
                    <a:pt x="2489200" y="119380"/>
                    <a:pt x="2489200" y="119380"/>
                  </a:cubicBezTo>
                  <a:cubicBezTo>
                    <a:pt x="2489200" y="120650"/>
                    <a:pt x="2490470" y="124460"/>
                    <a:pt x="2490470" y="127000"/>
                  </a:cubicBezTo>
                  <a:cubicBezTo>
                    <a:pt x="2490470" y="129540"/>
                    <a:pt x="2491740" y="134620"/>
                    <a:pt x="2491740" y="135890"/>
                  </a:cubicBezTo>
                  <a:cubicBezTo>
                    <a:pt x="2491740" y="135890"/>
                    <a:pt x="2491740" y="140970"/>
                    <a:pt x="2491740" y="143510"/>
                  </a:cubicBezTo>
                  <a:cubicBezTo>
                    <a:pt x="2491740" y="146050"/>
                    <a:pt x="2491740" y="151130"/>
                    <a:pt x="2491740" y="151130"/>
                  </a:cubicBezTo>
                  <a:cubicBezTo>
                    <a:pt x="2491740" y="151130"/>
                    <a:pt x="2490470" y="156210"/>
                    <a:pt x="2489200" y="158750"/>
                  </a:cubicBezTo>
                  <a:cubicBezTo>
                    <a:pt x="2489200" y="161290"/>
                    <a:pt x="2487930" y="166370"/>
                    <a:pt x="2486660" y="166370"/>
                  </a:cubicBezTo>
                  <a:cubicBezTo>
                    <a:pt x="2486660" y="166370"/>
                    <a:pt x="2467610" y="207010"/>
                    <a:pt x="2456180" y="228600"/>
                  </a:cubicBezTo>
                  <a:cubicBezTo>
                    <a:pt x="2444750" y="254000"/>
                    <a:pt x="2432050" y="281940"/>
                    <a:pt x="2419350" y="311150"/>
                  </a:cubicBezTo>
                  <a:cubicBezTo>
                    <a:pt x="2406650" y="344170"/>
                    <a:pt x="2373630" y="412750"/>
                    <a:pt x="2379980" y="417830"/>
                  </a:cubicBezTo>
                  <a:cubicBezTo>
                    <a:pt x="2385060" y="420370"/>
                    <a:pt x="2414270" y="387350"/>
                    <a:pt x="2432050" y="369570"/>
                  </a:cubicBezTo>
                  <a:cubicBezTo>
                    <a:pt x="2452370" y="350520"/>
                    <a:pt x="2468880" y="332740"/>
                    <a:pt x="2495550" y="306070"/>
                  </a:cubicBezTo>
                  <a:cubicBezTo>
                    <a:pt x="2538730" y="265430"/>
                    <a:pt x="2614930" y="191770"/>
                    <a:pt x="2663190" y="144780"/>
                  </a:cubicBezTo>
                  <a:cubicBezTo>
                    <a:pt x="2700020" y="107950"/>
                    <a:pt x="2739390" y="71120"/>
                    <a:pt x="2760980" y="48260"/>
                  </a:cubicBezTo>
                  <a:cubicBezTo>
                    <a:pt x="2773680" y="35560"/>
                    <a:pt x="2787650" y="20320"/>
                    <a:pt x="2787650" y="19050"/>
                  </a:cubicBezTo>
                  <a:cubicBezTo>
                    <a:pt x="2787650" y="19050"/>
                    <a:pt x="2792730" y="16510"/>
                    <a:pt x="2794000" y="15240"/>
                  </a:cubicBezTo>
                  <a:cubicBezTo>
                    <a:pt x="2796540" y="12700"/>
                    <a:pt x="2800350" y="10160"/>
                    <a:pt x="2800350" y="10160"/>
                  </a:cubicBezTo>
                  <a:cubicBezTo>
                    <a:pt x="2800350" y="10160"/>
                    <a:pt x="2805430" y="7620"/>
                    <a:pt x="2807970" y="6350"/>
                  </a:cubicBezTo>
                  <a:cubicBezTo>
                    <a:pt x="2810510" y="5080"/>
                    <a:pt x="2815590" y="3810"/>
                    <a:pt x="2815590" y="3810"/>
                  </a:cubicBezTo>
                  <a:cubicBezTo>
                    <a:pt x="2815590" y="3810"/>
                    <a:pt x="2820670" y="2540"/>
                    <a:pt x="2823210" y="1270"/>
                  </a:cubicBezTo>
                  <a:cubicBezTo>
                    <a:pt x="2825750" y="1270"/>
                    <a:pt x="2830830" y="0"/>
                    <a:pt x="2830830" y="0"/>
                  </a:cubicBezTo>
                  <a:cubicBezTo>
                    <a:pt x="2830830" y="0"/>
                    <a:pt x="2835910" y="1270"/>
                    <a:pt x="2838450" y="1270"/>
                  </a:cubicBezTo>
                  <a:cubicBezTo>
                    <a:pt x="2840990" y="1270"/>
                    <a:pt x="2846070" y="1270"/>
                    <a:pt x="2847340" y="1270"/>
                  </a:cubicBezTo>
                  <a:cubicBezTo>
                    <a:pt x="2847340" y="1270"/>
                    <a:pt x="2852420" y="2540"/>
                    <a:pt x="2854960" y="3810"/>
                  </a:cubicBezTo>
                  <a:cubicBezTo>
                    <a:pt x="2856230" y="5080"/>
                    <a:pt x="2861310" y="6350"/>
                    <a:pt x="2861310" y="6350"/>
                  </a:cubicBezTo>
                  <a:cubicBezTo>
                    <a:pt x="2862580" y="6350"/>
                    <a:pt x="2866390" y="8890"/>
                    <a:pt x="2868930" y="10160"/>
                  </a:cubicBezTo>
                  <a:cubicBezTo>
                    <a:pt x="2871470" y="11430"/>
                    <a:pt x="2875280" y="13970"/>
                    <a:pt x="2875280" y="13970"/>
                  </a:cubicBezTo>
                  <a:cubicBezTo>
                    <a:pt x="2875280" y="13970"/>
                    <a:pt x="2879090" y="17780"/>
                    <a:pt x="2881630" y="20320"/>
                  </a:cubicBezTo>
                  <a:cubicBezTo>
                    <a:pt x="2882900" y="21590"/>
                    <a:pt x="2886710" y="25400"/>
                    <a:pt x="2886710" y="25400"/>
                  </a:cubicBezTo>
                  <a:cubicBezTo>
                    <a:pt x="2886710" y="25400"/>
                    <a:pt x="2889250" y="30480"/>
                    <a:pt x="2890520" y="33020"/>
                  </a:cubicBezTo>
                  <a:cubicBezTo>
                    <a:pt x="2891790" y="34290"/>
                    <a:pt x="2895600" y="39370"/>
                    <a:pt x="2895600" y="39370"/>
                  </a:cubicBezTo>
                  <a:cubicBezTo>
                    <a:pt x="2895600" y="39370"/>
                    <a:pt x="2896870" y="44450"/>
                    <a:pt x="2896870" y="46990"/>
                  </a:cubicBezTo>
                  <a:cubicBezTo>
                    <a:pt x="2898140" y="49530"/>
                    <a:pt x="2899410" y="54610"/>
                    <a:pt x="2899410" y="54610"/>
                  </a:cubicBezTo>
                  <a:cubicBezTo>
                    <a:pt x="2899410" y="54610"/>
                    <a:pt x="2900680" y="59690"/>
                    <a:pt x="2900680" y="62230"/>
                  </a:cubicBezTo>
                  <a:cubicBezTo>
                    <a:pt x="2900680" y="64770"/>
                    <a:pt x="2900680" y="69850"/>
                    <a:pt x="2900680" y="69850"/>
                  </a:cubicBezTo>
                  <a:cubicBezTo>
                    <a:pt x="2900680" y="71120"/>
                    <a:pt x="2899410" y="76200"/>
                    <a:pt x="2899410" y="78740"/>
                  </a:cubicBezTo>
                  <a:cubicBezTo>
                    <a:pt x="2898140" y="81280"/>
                    <a:pt x="2898140" y="86360"/>
                    <a:pt x="2898140" y="86360"/>
                  </a:cubicBezTo>
                  <a:cubicBezTo>
                    <a:pt x="2898140" y="86360"/>
                    <a:pt x="2895600" y="91440"/>
                    <a:pt x="2894330" y="93980"/>
                  </a:cubicBezTo>
                  <a:cubicBezTo>
                    <a:pt x="2893060" y="95250"/>
                    <a:pt x="2891790" y="100330"/>
                    <a:pt x="2891790" y="100330"/>
                  </a:cubicBezTo>
                  <a:cubicBezTo>
                    <a:pt x="2891790" y="100330"/>
                    <a:pt x="2887980" y="105410"/>
                    <a:pt x="2886710" y="106680"/>
                  </a:cubicBezTo>
                  <a:cubicBezTo>
                    <a:pt x="2884170" y="109220"/>
                    <a:pt x="2881630" y="113030"/>
                    <a:pt x="2881630" y="113030"/>
                  </a:cubicBezTo>
                  <a:cubicBezTo>
                    <a:pt x="2881630" y="113030"/>
                    <a:pt x="2816860" y="186690"/>
                    <a:pt x="2819400" y="191770"/>
                  </a:cubicBezTo>
                  <a:cubicBezTo>
                    <a:pt x="2819400" y="193040"/>
                    <a:pt x="2824480" y="190500"/>
                    <a:pt x="2827020" y="190500"/>
                  </a:cubicBezTo>
                  <a:cubicBezTo>
                    <a:pt x="2828290" y="190500"/>
                    <a:pt x="2833370" y="189230"/>
                    <a:pt x="2833370" y="189230"/>
                  </a:cubicBezTo>
                  <a:cubicBezTo>
                    <a:pt x="2834640" y="189230"/>
                    <a:pt x="2834640" y="189230"/>
                    <a:pt x="2834640" y="189230"/>
                  </a:cubicBezTo>
                  <a:cubicBezTo>
                    <a:pt x="2834640" y="189230"/>
                    <a:pt x="2838450" y="190500"/>
                    <a:pt x="2840990" y="190500"/>
                  </a:cubicBezTo>
                  <a:cubicBezTo>
                    <a:pt x="2843530" y="190500"/>
                    <a:pt x="2848610" y="191770"/>
                    <a:pt x="2848610" y="191770"/>
                  </a:cubicBezTo>
                  <a:cubicBezTo>
                    <a:pt x="2849880" y="191770"/>
                    <a:pt x="2853690" y="193040"/>
                    <a:pt x="2856230" y="194310"/>
                  </a:cubicBezTo>
                  <a:cubicBezTo>
                    <a:pt x="2858770" y="195580"/>
                    <a:pt x="2863850" y="196850"/>
                    <a:pt x="2863850" y="196850"/>
                  </a:cubicBezTo>
                  <a:cubicBezTo>
                    <a:pt x="2863850" y="196850"/>
                    <a:pt x="2867660" y="199390"/>
                    <a:pt x="2870200" y="200660"/>
                  </a:cubicBezTo>
                  <a:cubicBezTo>
                    <a:pt x="2871470" y="203200"/>
                    <a:pt x="2876550" y="205740"/>
                    <a:pt x="2876550" y="205740"/>
                  </a:cubicBezTo>
                  <a:cubicBezTo>
                    <a:pt x="2876550" y="205740"/>
                    <a:pt x="2879090" y="209550"/>
                    <a:pt x="2881630" y="210820"/>
                  </a:cubicBezTo>
                  <a:cubicBezTo>
                    <a:pt x="2882900" y="213360"/>
                    <a:pt x="2886710" y="217170"/>
                    <a:pt x="2886710" y="217170"/>
                  </a:cubicBezTo>
                  <a:cubicBezTo>
                    <a:pt x="2886710" y="217170"/>
                    <a:pt x="2887980" y="222250"/>
                    <a:pt x="2889250" y="223520"/>
                  </a:cubicBezTo>
                  <a:cubicBezTo>
                    <a:pt x="2890520" y="226060"/>
                    <a:pt x="2893060" y="231140"/>
                    <a:pt x="2893060" y="231140"/>
                  </a:cubicBezTo>
                  <a:cubicBezTo>
                    <a:pt x="2893060" y="231140"/>
                    <a:pt x="2894330" y="236220"/>
                    <a:pt x="2895600" y="238760"/>
                  </a:cubicBezTo>
                  <a:cubicBezTo>
                    <a:pt x="2895600" y="241300"/>
                    <a:pt x="2896870" y="245110"/>
                    <a:pt x="2896870" y="245110"/>
                  </a:cubicBezTo>
                  <a:cubicBezTo>
                    <a:pt x="2896870" y="246380"/>
                    <a:pt x="2896870" y="250190"/>
                    <a:pt x="2896870" y="254000"/>
                  </a:cubicBezTo>
                  <a:cubicBezTo>
                    <a:pt x="2896870" y="256540"/>
                    <a:pt x="2896870" y="260350"/>
                    <a:pt x="2896870" y="261620"/>
                  </a:cubicBezTo>
                  <a:cubicBezTo>
                    <a:pt x="2896870" y="261620"/>
                    <a:pt x="2895600" y="265430"/>
                    <a:pt x="2894330" y="267970"/>
                  </a:cubicBezTo>
                  <a:cubicBezTo>
                    <a:pt x="2894330" y="270510"/>
                    <a:pt x="2893060" y="275590"/>
                    <a:pt x="2893060" y="275590"/>
                  </a:cubicBezTo>
                  <a:cubicBezTo>
                    <a:pt x="2893060" y="275590"/>
                    <a:pt x="2887980" y="283210"/>
                    <a:pt x="2887980" y="283210"/>
                  </a:cubicBezTo>
                  <a:cubicBezTo>
                    <a:pt x="2889250" y="284480"/>
                    <a:pt x="2910840" y="254000"/>
                    <a:pt x="2924810" y="241300"/>
                  </a:cubicBezTo>
                  <a:cubicBezTo>
                    <a:pt x="2940050" y="226060"/>
                    <a:pt x="2973070" y="203200"/>
                    <a:pt x="2976880" y="200660"/>
                  </a:cubicBezTo>
                  <a:cubicBezTo>
                    <a:pt x="2976880" y="199390"/>
                    <a:pt x="2976880" y="199390"/>
                    <a:pt x="2978150" y="199390"/>
                  </a:cubicBezTo>
                  <a:cubicBezTo>
                    <a:pt x="2980690" y="196850"/>
                    <a:pt x="3009900" y="173990"/>
                    <a:pt x="3017520" y="168910"/>
                  </a:cubicBezTo>
                  <a:cubicBezTo>
                    <a:pt x="3020060" y="166370"/>
                    <a:pt x="3021330" y="165100"/>
                    <a:pt x="3023870" y="163830"/>
                  </a:cubicBezTo>
                  <a:cubicBezTo>
                    <a:pt x="3025140" y="161290"/>
                    <a:pt x="3028950" y="158750"/>
                    <a:pt x="3028950" y="158750"/>
                  </a:cubicBezTo>
                  <a:cubicBezTo>
                    <a:pt x="3028950" y="158750"/>
                    <a:pt x="3034030" y="156210"/>
                    <a:pt x="3036570" y="154940"/>
                  </a:cubicBezTo>
                  <a:cubicBezTo>
                    <a:pt x="3037840" y="153670"/>
                    <a:pt x="3042920" y="152400"/>
                    <a:pt x="3042920" y="152400"/>
                  </a:cubicBezTo>
                  <a:cubicBezTo>
                    <a:pt x="3042920" y="152400"/>
                    <a:pt x="3048000" y="151130"/>
                    <a:pt x="3050540" y="149860"/>
                  </a:cubicBezTo>
                  <a:cubicBezTo>
                    <a:pt x="3053080" y="149860"/>
                    <a:pt x="3058160" y="148590"/>
                    <a:pt x="3058160" y="148590"/>
                  </a:cubicBezTo>
                  <a:cubicBezTo>
                    <a:pt x="3058160" y="148590"/>
                    <a:pt x="3063240" y="148590"/>
                    <a:pt x="3065780" y="148590"/>
                  </a:cubicBezTo>
                  <a:cubicBezTo>
                    <a:pt x="3068320" y="148590"/>
                    <a:pt x="3073400" y="148590"/>
                    <a:pt x="3073400" y="148590"/>
                  </a:cubicBezTo>
                  <a:cubicBezTo>
                    <a:pt x="3073400" y="148590"/>
                    <a:pt x="3077210" y="149860"/>
                    <a:pt x="3079750" y="151130"/>
                  </a:cubicBezTo>
                  <a:cubicBezTo>
                    <a:pt x="3082290" y="152400"/>
                    <a:pt x="3087370" y="153670"/>
                    <a:pt x="3087370" y="153670"/>
                  </a:cubicBezTo>
                  <a:cubicBezTo>
                    <a:pt x="3087370" y="153670"/>
                    <a:pt x="3092450" y="156210"/>
                    <a:pt x="3093720" y="157480"/>
                  </a:cubicBezTo>
                  <a:cubicBezTo>
                    <a:pt x="3096260" y="157480"/>
                    <a:pt x="3100070" y="160020"/>
                    <a:pt x="3101340" y="160020"/>
                  </a:cubicBezTo>
                  <a:cubicBezTo>
                    <a:pt x="3101340" y="160020"/>
                    <a:pt x="3103880" y="163830"/>
                    <a:pt x="3106420" y="166370"/>
                  </a:cubicBezTo>
                  <a:cubicBezTo>
                    <a:pt x="3107690" y="167640"/>
                    <a:pt x="3111500" y="171450"/>
                    <a:pt x="3111500" y="171450"/>
                  </a:cubicBezTo>
                  <a:cubicBezTo>
                    <a:pt x="3111500" y="171450"/>
                    <a:pt x="3114040" y="175260"/>
                    <a:pt x="3116580" y="177800"/>
                  </a:cubicBezTo>
                  <a:cubicBezTo>
                    <a:pt x="3117850" y="179070"/>
                    <a:pt x="3120390" y="184150"/>
                    <a:pt x="3120390" y="184150"/>
                  </a:cubicBezTo>
                  <a:cubicBezTo>
                    <a:pt x="3120390" y="184150"/>
                    <a:pt x="3121660" y="187960"/>
                    <a:pt x="3122930" y="190500"/>
                  </a:cubicBezTo>
                  <a:cubicBezTo>
                    <a:pt x="3122930" y="193040"/>
                    <a:pt x="3125470" y="198120"/>
                    <a:pt x="3125470" y="198120"/>
                  </a:cubicBezTo>
                  <a:cubicBezTo>
                    <a:pt x="3125470" y="198120"/>
                    <a:pt x="3125470" y="203200"/>
                    <a:pt x="3125470" y="205740"/>
                  </a:cubicBezTo>
                  <a:cubicBezTo>
                    <a:pt x="3125470" y="208280"/>
                    <a:pt x="3126740" y="213360"/>
                    <a:pt x="3126740" y="213360"/>
                  </a:cubicBezTo>
                  <a:cubicBezTo>
                    <a:pt x="3126740" y="213360"/>
                    <a:pt x="3125470" y="218440"/>
                    <a:pt x="3125470" y="220980"/>
                  </a:cubicBezTo>
                  <a:cubicBezTo>
                    <a:pt x="3125470" y="223520"/>
                    <a:pt x="3124200" y="228600"/>
                    <a:pt x="3124200" y="228600"/>
                  </a:cubicBezTo>
                  <a:cubicBezTo>
                    <a:pt x="3124200" y="228600"/>
                    <a:pt x="3121660" y="232410"/>
                    <a:pt x="3121660" y="234950"/>
                  </a:cubicBezTo>
                  <a:cubicBezTo>
                    <a:pt x="3120390" y="237490"/>
                    <a:pt x="3119120" y="242570"/>
                    <a:pt x="3117850" y="242570"/>
                  </a:cubicBezTo>
                  <a:cubicBezTo>
                    <a:pt x="3117850" y="242570"/>
                    <a:pt x="3115310" y="246380"/>
                    <a:pt x="3114040" y="247650"/>
                  </a:cubicBezTo>
                  <a:cubicBezTo>
                    <a:pt x="3112770" y="250190"/>
                    <a:pt x="3108960" y="254000"/>
                    <a:pt x="3108960" y="254000"/>
                  </a:cubicBezTo>
                  <a:cubicBezTo>
                    <a:pt x="3108960" y="255270"/>
                    <a:pt x="3051810" y="299720"/>
                    <a:pt x="3031490" y="318770"/>
                  </a:cubicBezTo>
                  <a:cubicBezTo>
                    <a:pt x="3018790" y="330200"/>
                    <a:pt x="3008630" y="341630"/>
                    <a:pt x="2999740" y="350520"/>
                  </a:cubicBezTo>
                  <a:cubicBezTo>
                    <a:pt x="2995930" y="355600"/>
                    <a:pt x="2988310" y="361950"/>
                    <a:pt x="2988310" y="363220"/>
                  </a:cubicBezTo>
                  <a:cubicBezTo>
                    <a:pt x="2989580" y="363220"/>
                    <a:pt x="2990850" y="363220"/>
                    <a:pt x="2993390" y="363220"/>
                  </a:cubicBezTo>
                  <a:cubicBezTo>
                    <a:pt x="2994660" y="361950"/>
                    <a:pt x="3001010" y="361950"/>
                    <a:pt x="3001010" y="361950"/>
                  </a:cubicBezTo>
                  <a:cubicBezTo>
                    <a:pt x="3001010" y="361950"/>
                    <a:pt x="3006090" y="363220"/>
                    <a:pt x="3008630" y="364490"/>
                  </a:cubicBezTo>
                  <a:cubicBezTo>
                    <a:pt x="3011170" y="364490"/>
                    <a:pt x="3016250" y="365760"/>
                    <a:pt x="3016250" y="365760"/>
                  </a:cubicBezTo>
                  <a:cubicBezTo>
                    <a:pt x="3017520" y="365760"/>
                    <a:pt x="3021330" y="368300"/>
                    <a:pt x="3023870" y="369570"/>
                  </a:cubicBezTo>
                  <a:cubicBezTo>
                    <a:pt x="3026410" y="369570"/>
                    <a:pt x="3031490" y="372110"/>
                    <a:pt x="3031490" y="372110"/>
                  </a:cubicBezTo>
                  <a:cubicBezTo>
                    <a:pt x="3031490" y="372110"/>
                    <a:pt x="3035300" y="375920"/>
                    <a:pt x="3037840" y="377190"/>
                  </a:cubicBezTo>
                  <a:cubicBezTo>
                    <a:pt x="3040380" y="379730"/>
                    <a:pt x="3044190" y="382270"/>
                    <a:pt x="3044190" y="382270"/>
                  </a:cubicBezTo>
                  <a:cubicBezTo>
                    <a:pt x="3044190" y="382270"/>
                    <a:pt x="3046730" y="387350"/>
                    <a:pt x="3049270" y="388620"/>
                  </a:cubicBezTo>
                  <a:cubicBezTo>
                    <a:pt x="3050540" y="391160"/>
                    <a:pt x="3053080" y="394970"/>
                    <a:pt x="3053080" y="394970"/>
                  </a:cubicBezTo>
                  <a:cubicBezTo>
                    <a:pt x="3053080" y="394970"/>
                    <a:pt x="3055620" y="400050"/>
                    <a:pt x="3056890" y="402590"/>
                  </a:cubicBezTo>
                  <a:cubicBezTo>
                    <a:pt x="3058160" y="405130"/>
                    <a:pt x="3059430" y="410210"/>
                    <a:pt x="3059430" y="410210"/>
                  </a:cubicBezTo>
                  <a:cubicBezTo>
                    <a:pt x="3059430" y="410210"/>
                    <a:pt x="3060700" y="415290"/>
                    <a:pt x="3060700" y="417830"/>
                  </a:cubicBezTo>
                  <a:cubicBezTo>
                    <a:pt x="3061970" y="420370"/>
                    <a:pt x="3061970" y="425450"/>
                    <a:pt x="3061970" y="426720"/>
                  </a:cubicBezTo>
                  <a:cubicBezTo>
                    <a:pt x="3061970" y="426720"/>
                    <a:pt x="3061970" y="431800"/>
                    <a:pt x="3061970" y="434340"/>
                  </a:cubicBezTo>
                  <a:cubicBezTo>
                    <a:pt x="3061970" y="436880"/>
                    <a:pt x="3061970" y="441960"/>
                    <a:pt x="3060700" y="441960"/>
                  </a:cubicBezTo>
                  <a:cubicBezTo>
                    <a:pt x="3060700" y="441960"/>
                    <a:pt x="3046730" y="488950"/>
                    <a:pt x="3050540" y="491490"/>
                  </a:cubicBezTo>
                  <a:cubicBezTo>
                    <a:pt x="3055620" y="494030"/>
                    <a:pt x="3072130" y="468630"/>
                    <a:pt x="3087370" y="452120"/>
                  </a:cubicBezTo>
                  <a:cubicBezTo>
                    <a:pt x="3115310" y="422910"/>
                    <a:pt x="3169920" y="368300"/>
                    <a:pt x="3204210" y="331470"/>
                  </a:cubicBezTo>
                  <a:cubicBezTo>
                    <a:pt x="3232150" y="302260"/>
                    <a:pt x="3256280" y="279400"/>
                    <a:pt x="3280410" y="251460"/>
                  </a:cubicBezTo>
                  <a:cubicBezTo>
                    <a:pt x="3303270" y="224790"/>
                    <a:pt x="3342640" y="168910"/>
                    <a:pt x="3343910" y="168910"/>
                  </a:cubicBezTo>
                  <a:cubicBezTo>
                    <a:pt x="3343910" y="168910"/>
                    <a:pt x="3347720" y="165100"/>
                    <a:pt x="3350260" y="163830"/>
                  </a:cubicBezTo>
                  <a:cubicBezTo>
                    <a:pt x="3351530" y="161290"/>
                    <a:pt x="3355340" y="158750"/>
                    <a:pt x="3356610" y="158750"/>
                  </a:cubicBezTo>
                  <a:cubicBezTo>
                    <a:pt x="3356610" y="158750"/>
                    <a:pt x="3360420" y="156210"/>
                    <a:pt x="3362960" y="154940"/>
                  </a:cubicBezTo>
                  <a:cubicBezTo>
                    <a:pt x="3365500" y="153670"/>
                    <a:pt x="3370580" y="152400"/>
                    <a:pt x="3370580" y="152400"/>
                  </a:cubicBezTo>
                  <a:cubicBezTo>
                    <a:pt x="3370580" y="152400"/>
                    <a:pt x="3375660" y="151130"/>
                    <a:pt x="3378200" y="149860"/>
                  </a:cubicBezTo>
                  <a:cubicBezTo>
                    <a:pt x="3380740" y="149860"/>
                    <a:pt x="3385820" y="148590"/>
                    <a:pt x="3385820" y="148590"/>
                  </a:cubicBezTo>
                  <a:cubicBezTo>
                    <a:pt x="3385820" y="148590"/>
                    <a:pt x="3390900" y="148590"/>
                    <a:pt x="3393440" y="149860"/>
                  </a:cubicBezTo>
                  <a:cubicBezTo>
                    <a:pt x="3395980" y="149860"/>
                    <a:pt x="3401060" y="149860"/>
                    <a:pt x="3402330" y="149860"/>
                  </a:cubicBezTo>
                  <a:cubicBezTo>
                    <a:pt x="3402330" y="149860"/>
                    <a:pt x="3407410" y="151130"/>
                    <a:pt x="3409950" y="152400"/>
                  </a:cubicBezTo>
                  <a:cubicBezTo>
                    <a:pt x="3412490" y="152400"/>
                    <a:pt x="3416300" y="153670"/>
                    <a:pt x="3416300" y="153670"/>
                  </a:cubicBezTo>
                  <a:cubicBezTo>
                    <a:pt x="3417570" y="153670"/>
                    <a:pt x="3421380" y="157480"/>
                    <a:pt x="3423920" y="158750"/>
                  </a:cubicBezTo>
                  <a:cubicBezTo>
                    <a:pt x="3426460" y="160020"/>
                    <a:pt x="3430270" y="162560"/>
                    <a:pt x="3430270" y="162560"/>
                  </a:cubicBezTo>
                  <a:cubicBezTo>
                    <a:pt x="3430270" y="162560"/>
                    <a:pt x="3434080" y="166370"/>
                    <a:pt x="3436620" y="167640"/>
                  </a:cubicBezTo>
                  <a:cubicBezTo>
                    <a:pt x="3437890" y="170180"/>
                    <a:pt x="3441700" y="172720"/>
                    <a:pt x="3441700" y="172720"/>
                  </a:cubicBezTo>
                  <a:cubicBezTo>
                    <a:pt x="3441700" y="173990"/>
                    <a:pt x="3444240" y="177800"/>
                    <a:pt x="3445510" y="180340"/>
                  </a:cubicBezTo>
                  <a:cubicBezTo>
                    <a:pt x="3446780" y="182880"/>
                    <a:pt x="3450590" y="186690"/>
                    <a:pt x="3450590" y="186690"/>
                  </a:cubicBezTo>
                  <a:cubicBezTo>
                    <a:pt x="3450590" y="186690"/>
                    <a:pt x="3451860" y="191770"/>
                    <a:pt x="3453130" y="194310"/>
                  </a:cubicBezTo>
                  <a:cubicBezTo>
                    <a:pt x="3453130" y="196850"/>
                    <a:pt x="3454400" y="201930"/>
                    <a:pt x="3455670" y="201930"/>
                  </a:cubicBezTo>
                  <a:cubicBezTo>
                    <a:pt x="3455670" y="201930"/>
                    <a:pt x="3455670" y="207010"/>
                    <a:pt x="3455670" y="209550"/>
                  </a:cubicBezTo>
                  <a:cubicBezTo>
                    <a:pt x="3455670" y="212090"/>
                    <a:pt x="3455670" y="217170"/>
                    <a:pt x="3455670" y="217170"/>
                  </a:cubicBezTo>
                  <a:cubicBezTo>
                    <a:pt x="3455670" y="217170"/>
                    <a:pt x="3455670" y="222250"/>
                    <a:pt x="3454400" y="226060"/>
                  </a:cubicBezTo>
                  <a:cubicBezTo>
                    <a:pt x="3454400" y="228600"/>
                    <a:pt x="3453130" y="233680"/>
                    <a:pt x="3453130" y="233680"/>
                  </a:cubicBezTo>
                  <a:cubicBezTo>
                    <a:pt x="3453130" y="233680"/>
                    <a:pt x="3451860" y="237490"/>
                    <a:pt x="3450590" y="240030"/>
                  </a:cubicBezTo>
                  <a:cubicBezTo>
                    <a:pt x="3449320" y="242570"/>
                    <a:pt x="3446780" y="247650"/>
                    <a:pt x="3446780" y="247650"/>
                  </a:cubicBezTo>
                  <a:cubicBezTo>
                    <a:pt x="3446780" y="247650"/>
                    <a:pt x="3444240" y="251460"/>
                    <a:pt x="3441700" y="254000"/>
                  </a:cubicBezTo>
                  <a:cubicBezTo>
                    <a:pt x="3440430" y="256540"/>
                    <a:pt x="3437890" y="260350"/>
                    <a:pt x="3437890" y="260350"/>
                  </a:cubicBezTo>
                  <a:cubicBezTo>
                    <a:pt x="3436620" y="260350"/>
                    <a:pt x="3412490" y="300990"/>
                    <a:pt x="3395980" y="326390"/>
                  </a:cubicBezTo>
                  <a:cubicBezTo>
                    <a:pt x="3371850" y="363220"/>
                    <a:pt x="3331210" y="421640"/>
                    <a:pt x="3308350" y="458470"/>
                  </a:cubicBezTo>
                  <a:cubicBezTo>
                    <a:pt x="3291840" y="483870"/>
                    <a:pt x="3263900" y="523240"/>
                    <a:pt x="3266440" y="525780"/>
                  </a:cubicBezTo>
                  <a:cubicBezTo>
                    <a:pt x="3266440" y="527050"/>
                    <a:pt x="3268980" y="525780"/>
                    <a:pt x="3268980" y="525780"/>
                  </a:cubicBezTo>
                  <a:cubicBezTo>
                    <a:pt x="3270250" y="525780"/>
                    <a:pt x="3275330" y="527050"/>
                    <a:pt x="3277870" y="528320"/>
                  </a:cubicBezTo>
                  <a:cubicBezTo>
                    <a:pt x="3280410" y="528320"/>
                    <a:pt x="3285490" y="529590"/>
                    <a:pt x="3285490" y="529590"/>
                  </a:cubicBezTo>
                  <a:cubicBezTo>
                    <a:pt x="3286760" y="529590"/>
                    <a:pt x="3286760" y="529590"/>
                    <a:pt x="3286760" y="529590"/>
                  </a:cubicBezTo>
                  <a:cubicBezTo>
                    <a:pt x="3286760" y="529590"/>
                    <a:pt x="3291840" y="532130"/>
                    <a:pt x="3294380" y="533400"/>
                  </a:cubicBezTo>
                  <a:cubicBezTo>
                    <a:pt x="3296920" y="534670"/>
                    <a:pt x="3300730" y="537210"/>
                    <a:pt x="3302000" y="537210"/>
                  </a:cubicBezTo>
                  <a:cubicBezTo>
                    <a:pt x="3302000" y="537210"/>
                    <a:pt x="3305810" y="541020"/>
                    <a:pt x="3308350" y="542290"/>
                  </a:cubicBezTo>
                  <a:cubicBezTo>
                    <a:pt x="3309620" y="543560"/>
                    <a:pt x="3314700" y="547370"/>
                    <a:pt x="3314700" y="547370"/>
                  </a:cubicBezTo>
                  <a:cubicBezTo>
                    <a:pt x="3314700" y="547370"/>
                    <a:pt x="3318510" y="552450"/>
                    <a:pt x="3319780" y="554990"/>
                  </a:cubicBezTo>
                  <a:cubicBezTo>
                    <a:pt x="3321050" y="556260"/>
                    <a:pt x="3324860" y="561340"/>
                    <a:pt x="3324860" y="561340"/>
                  </a:cubicBezTo>
                  <a:cubicBezTo>
                    <a:pt x="3324860" y="561340"/>
                    <a:pt x="3327400" y="566420"/>
                    <a:pt x="3328670" y="568960"/>
                  </a:cubicBezTo>
                  <a:cubicBezTo>
                    <a:pt x="3328670" y="571500"/>
                    <a:pt x="3331210" y="576580"/>
                    <a:pt x="3331210" y="576580"/>
                  </a:cubicBezTo>
                  <a:cubicBezTo>
                    <a:pt x="3331210" y="576580"/>
                    <a:pt x="3332480" y="582930"/>
                    <a:pt x="3332480" y="585470"/>
                  </a:cubicBezTo>
                  <a:cubicBezTo>
                    <a:pt x="3333750" y="588010"/>
                    <a:pt x="3333750" y="593090"/>
                    <a:pt x="3333750" y="593090"/>
                  </a:cubicBezTo>
                  <a:cubicBezTo>
                    <a:pt x="3333750" y="593090"/>
                    <a:pt x="3333750" y="599440"/>
                    <a:pt x="3333750" y="601980"/>
                  </a:cubicBezTo>
                  <a:cubicBezTo>
                    <a:pt x="3333750" y="604520"/>
                    <a:pt x="3332480" y="610870"/>
                    <a:pt x="3332480" y="610870"/>
                  </a:cubicBezTo>
                  <a:cubicBezTo>
                    <a:pt x="3332480" y="610870"/>
                    <a:pt x="3331210" y="615950"/>
                    <a:pt x="3329940" y="618490"/>
                  </a:cubicBezTo>
                  <a:cubicBezTo>
                    <a:pt x="3328670" y="621030"/>
                    <a:pt x="3327400" y="626110"/>
                    <a:pt x="3327400" y="626110"/>
                  </a:cubicBezTo>
                  <a:cubicBezTo>
                    <a:pt x="3327400" y="626110"/>
                    <a:pt x="3324860" y="631190"/>
                    <a:pt x="3322320" y="633730"/>
                  </a:cubicBezTo>
                  <a:cubicBezTo>
                    <a:pt x="3321050" y="636270"/>
                    <a:pt x="3318510" y="641350"/>
                    <a:pt x="3318510" y="641350"/>
                  </a:cubicBezTo>
                  <a:cubicBezTo>
                    <a:pt x="3317240" y="641350"/>
                    <a:pt x="3260090" y="704850"/>
                    <a:pt x="3251200" y="715010"/>
                  </a:cubicBezTo>
                  <a:cubicBezTo>
                    <a:pt x="3249930" y="717550"/>
                    <a:pt x="3249930" y="716280"/>
                    <a:pt x="3248660" y="718820"/>
                  </a:cubicBezTo>
                  <a:cubicBezTo>
                    <a:pt x="3243580" y="730250"/>
                    <a:pt x="3242310" y="779780"/>
                    <a:pt x="3238500" y="819150"/>
                  </a:cubicBezTo>
                  <a:cubicBezTo>
                    <a:pt x="3233420" y="872490"/>
                    <a:pt x="3224530" y="951230"/>
                    <a:pt x="3218180" y="1010920"/>
                  </a:cubicBezTo>
                  <a:cubicBezTo>
                    <a:pt x="3211830" y="1064260"/>
                    <a:pt x="3188970" y="1118870"/>
                    <a:pt x="3197860" y="1160780"/>
                  </a:cubicBezTo>
                  <a:cubicBezTo>
                    <a:pt x="3205480" y="1193800"/>
                    <a:pt x="3228340" y="1211580"/>
                    <a:pt x="3249930" y="1245870"/>
                  </a:cubicBezTo>
                  <a:cubicBezTo>
                    <a:pt x="3284220" y="1300480"/>
                    <a:pt x="3348990" y="1430020"/>
                    <a:pt x="3390900" y="1455420"/>
                  </a:cubicBezTo>
                  <a:cubicBezTo>
                    <a:pt x="3409950" y="1468120"/>
                    <a:pt x="3442970" y="1468120"/>
                    <a:pt x="3445510" y="1461770"/>
                  </a:cubicBezTo>
                  <a:cubicBezTo>
                    <a:pt x="3449320" y="1456690"/>
                    <a:pt x="3425190" y="1440180"/>
                    <a:pt x="3417570" y="1427480"/>
                  </a:cubicBezTo>
                  <a:cubicBezTo>
                    <a:pt x="3407410" y="1414780"/>
                    <a:pt x="3398520" y="1394460"/>
                    <a:pt x="3393440" y="1386840"/>
                  </a:cubicBezTo>
                  <a:cubicBezTo>
                    <a:pt x="3390900" y="1383030"/>
                    <a:pt x="3389630" y="1381760"/>
                    <a:pt x="3388360" y="1379220"/>
                  </a:cubicBezTo>
                  <a:cubicBezTo>
                    <a:pt x="3387090" y="1377950"/>
                    <a:pt x="3384550" y="1372870"/>
                    <a:pt x="3384550" y="1372870"/>
                  </a:cubicBezTo>
                  <a:cubicBezTo>
                    <a:pt x="3384550" y="1372870"/>
                    <a:pt x="3383280" y="1367790"/>
                    <a:pt x="3382010" y="1365250"/>
                  </a:cubicBezTo>
                  <a:cubicBezTo>
                    <a:pt x="3380740" y="1362710"/>
                    <a:pt x="3379470" y="1357630"/>
                    <a:pt x="3379470" y="1357630"/>
                  </a:cubicBezTo>
                  <a:cubicBezTo>
                    <a:pt x="3379470" y="1357630"/>
                    <a:pt x="3379470" y="1351280"/>
                    <a:pt x="3378200" y="1348740"/>
                  </a:cubicBezTo>
                  <a:cubicBezTo>
                    <a:pt x="3378200" y="1346200"/>
                    <a:pt x="3378200" y="1341120"/>
                    <a:pt x="3378200" y="1341120"/>
                  </a:cubicBezTo>
                  <a:cubicBezTo>
                    <a:pt x="3378200" y="1341120"/>
                    <a:pt x="3379470" y="1336040"/>
                    <a:pt x="3379470" y="1333500"/>
                  </a:cubicBezTo>
                  <a:cubicBezTo>
                    <a:pt x="3379470" y="1329690"/>
                    <a:pt x="3380740" y="1324610"/>
                    <a:pt x="3380740" y="1324610"/>
                  </a:cubicBezTo>
                  <a:cubicBezTo>
                    <a:pt x="3380740" y="1324610"/>
                    <a:pt x="3383280" y="1319530"/>
                    <a:pt x="3384550" y="1316990"/>
                  </a:cubicBezTo>
                  <a:cubicBezTo>
                    <a:pt x="3384550" y="1314450"/>
                    <a:pt x="3387090" y="1309370"/>
                    <a:pt x="3387090" y="1309370"/>
                  </a:cubicBezTo>
                  <a:cubicBezTo>
                    <a:pt x="3387090" y="1309370"/>
                    <a:pt x="3390900" y="1305560"/>
                    <a:pt x="3392170" y="1303020"/>
                  </a:cubicBezTo>
                  <a:cubicBezTo>
                    <a:pt x="3393440" y="1300480"/>
                    <a:pt x="3397250" y="1296670"/>
                    <a:pt x="3397250" y="1296670"/>
                  </a:cubicBezTo>
                  <a:cubicBezTo>
                    <a:pt x="3397250" y="1296670"/>
                    <a:pt x="3401060" y="1292860"/>
                    <a:pt x="3403600" y="1291590"/>
                  </a:cubicBezTo>
                  <a:cubicBezTo>
                    <a:pt x="3406140" y="1290320"/>
                    <a:pt x="3409950" y="1286510"/>
                    <a:pt x="3409950" y="1286510"/>
                  </a:cubicBezTo>
                  <a:cubicBezTo>
                    <a:pt x="3409950" y="1286510"/>
                    <a:pt x="3415030" y="1283970"/>
                    <a:pt x="3417570" y="1282700"/>
                  </a:cubicBezTo>
                  <a:cubicBezTo>
                    <a:pt x="3420110" y="1281430"/>
                    <a:pt x="3423920" y="1278890"/>
                    <a:pt x="3425190" y="1278890"/>
                  </a:cubicBezTo>
                  <a:cubicBezTo>
                    <a:pt x="3425190" y="1278890"/>
                    <a:pt x="3430270" y="1278890"/>
                    <a:pt x="3432810" y="1277620"/>
                  </a:cubicBezTo>
                  <a:cubicBezTo>
                    <a:pt x="3435350" y="1277620"/>
                    <a:pt x="3440430" y="1276350"/>
                    <a:pt x="3440430" y="1276350"/>
                  </a:cubicBezTo>
                  <a:cubicBezTo>
                    <a:pt x="3440430" y="1276350"/>
                    <a:pt x="3446780" y="1276350"/>
                    <a:pt x="3449320" y="1276350"/>
                  </a:cubicBezTo>
                  <a:cubicBezTo>
                    <a:pt x="3451860" y="1276350"/>
                    <a:pt x="3456940" y="1276350"/>
                    <a:pt x="3456940" y="1277620"/>
                  </a:cubicBezTo>
                  <a:cubicBezTo>
                    <a:pt x="3456940" y="1277620"/>
                    <a:pt x="3462020" y="1278890"/>
                    <a:pt x="3464560" y="1278890"/>
                  </a:cubicBezTo>
                  <a:cubicBezTo>
                    <a:pt x="3467100" y="1280160"/>
                    <a:pt x="3472180" y="1281430"/>
                    <a:pt x="3472180" y="1281430"/>
                  </a:cubicBezTo>
                  <a:cubicBezTo>
                    <a:pt x="3473450" y="1281430"/>
                    <a:pt x="3477260" y="1283970"/>
                    <a:pt x="3479800" y="1285240"/>
                  </a:cubicBezTo>
                  <a:cubicBezTo>
                    <a:pt x="3482340" y="1286510"/>
                    <a:pt x="3487420" y="1290320"/>
                    <a:pt x="3487420" y="1290320"/>
                  </a:cubicBezTo>
                  <a:cubicBezTo>
                    <a:pt x="3487420" y="1290320"/>
                    <a:pt x="3491230" y="1294130"/>
                    <a:pt x="3492500" y="1295400"/>
                  </a:cubicBezTo>
                  <a:cubicBezTo>
                    <a:pt x="3495040" y="1297940"/>
                    <a:pt x="3498850" y="1301750"/>
                    <a:pt x="3498850" y="1301750"/>
                  </a:cubicBezTo>
                  <a:cubicBezTo>
                    <a:pt x="3498850" y="1301750"/>
                    <a:pt x="3595370" y="1325880"/>
                    <a:pt x="3637280" y="1341120"/>
                  </a:cubicBezTo>
                  <a:cubicBezTo>
                    <a:pt x="3674110" y="1355090"/>
                    <a:pt x="3704590" y="1367790"/>
                    <a:pt x="3737610" y="1384300"/>
                  </a:cubicBezTo>
                  <a:cubicBezTo>
                    <a:pt x="3774440" y="1403350"/>
                    <a:pt x="3811270" y="1428750"/>
                    <a:pt x="3845560" y="1449070"/>
                  </a:cubicBezTo>
                  <a:cubicBezTo>
                    <a:pt x="3876040" y="1468120"/>
                    <a:pt x="3906520" y="1485900"/>
                    <a:pt x="3930650" y="1502410"/>
                  </a:cubicBezTo>
                  <a:cubicBezTo>
                    <a:pt x="3949700" y="1516380"/>
                    <a:pt x="3968750" y="1536700"/>
                    <a:pt x="3978910" y="1543050"/>
                  </a:cubicBezTo>
                  <a:cubicBezTo>
                    <a:pt x="3983990" y="1545590"/>
                    <a:pt x="3987800" y="1548130"/>
                    <a:pt x="3991610" y="1546860"/>
                  </a:cubicBezTo>
                  <a:cubicBezTo>
                    <a:pt x="3997960" y="1545590"/>
                    <a:pt x="4003040" y="1529080"/>
                    <a:pt x="4011930" y="1527810"/>
                  </a:cubicBezTo>
                  <a:cubicBezTo>
                    <a:pt x="4024630" y="1526540"/>
                    <a:pt x="4048760" y="1554480"/>
                    <a:pt x="4064000" y="1558290"/>
                  </a:cubicBezTo>
                  <a:cubicBezTo>
                    <a:pt x="4074160" y="1562100"/>
                    <a:pt x="4090670" y="1559560"/>
                    <a:pt x="4090670" y="1559560"/>
                  </a:cubicBezTo>
                  <a:cubicBezTo>
                    <a:pt x="4090670" y="1559560"/>
                    <a:pt x="4095750" y="1559560"/>
                    <a:pt x="4098290" y="1559560"/>
                  </a:cubicBezTo>
                  <a:cubicBezTo>
                    <a:pt x="4100830" y="1560830"/>
                    <a:pt x="4105910" y="1560830"/>
                    <a:pt x="4105910" y="1560830"/>
                  </a:cubicBezTo>
                  <a:cubicBezTo>
                    <a:pt x="4105910" y="1560830"/>
                    <a:pt x="4110990" y="1563370"/>
                    <a:pt x="4113530" y="1564640"/>
                  </a:cubicBezTo>
                  <a:cubicBezTo>
                    <a:pt x="4116070" y="1564640"/>
                    <a:pt x="4119880" y="1567180"/>
                    <a:pt x="4119880" y="1567180"/>
                  </a:cubicBezTo>
                  <a:cubicBezTo>
                    <a:pt x="4119880" y="1567180"/>
                    <a:pt x="4124960" y="1569720"/>
                    <a:pt x="4126230" y="1570990"/>
                  </a:cubicBezTo>
                  <a:cubicBezTo>
                    <a:pt x="4128770" y="1573530"/>
                    <a:pt x="4132580" y="1576070"/>
                    <a:pt x="4132580" y="1576070"/>
                  </a:cubicBezTo>
                  <a:cubicBezTo>
                    <a:pt x="4132580" y="1576070"/>
                    <a:pt x="4133850" y="1577340"/>
                    <a:pt x="4133850" y="1577340"/>
                  </a:cubicBezTo>
                  <a:cubicBezTo>
                    <a:pt x="4136390" y="1578610"/>
                    <a:pt x="4142740" y="1579880"/>
                    <a:pt x="4144010" y="1579880"/>
                  </a:cubicBezTo>
                  <a:cubicBezTo>
                    <a:pt x="4145280" y="1578610"/>
                    <a:pt x="4145280" y="1574800"/>
                    <a:pt x="4145280" y="1574800"/>
                  </a:cubicBezTo>
                  <a:cubicBezTo>
                    <a:pt x="4145280" y="1573530"/>
                    <a:pt x="4147820" y="1568450"/>
                    <a:pt x="4149090" y="1565910"/>
                  </a:cubicBezTo>
                  <a:cubicBezTo>
                    <a:pt x="4151630" y="1563370"/>
                    <a:pt x="4154170" y="1558290"/>
                    <a:pt x="4154170" y="1558290"/>
                  </a:cubicBezTo>
                  <a:cubicBezTo>
                    <a:pt x="4154170" y="1558290"/>
                    <a:pt x="4157980" y="1554480"/>
                    <a:pt x="4160520" y="1551940"/>
                  </a:cubicBezTo>
                  <a:cubicBezTo>
                    <a:pt x="4161790" y="1549400"/>
                    <a:pt x="4166870" y="1545590"/>
                    <a:pt x="4166870" y="1545590"/>
                  </a:cubicBezTo>
                  <a:cubicBezTo>
                    <a:pt x="4166870" y="1545590"/>
                    <a:pt x="4171950" y="1541780"/>
                    <a:pt x="4174490" y="1540510"/>
                  </a:cubicBezTo>
                  <a:cubicBezTo>
                    <a:pt x="4177030" y="1539240"/>
                    <a:pt x="4180840" y="1535430"/>
                    <a:pt x="4182110" y="1535430"/>
                  </a:cubicBezTo>
                  <a:cubicBezTo>
                    <a:pt x="4182110" y="1535430"/>
                    <a:pt x="4187190" y="1532890"/>
                    <a:pt x="4189730" y="1532890"/>
                  </a:cubicBezTo>
                  <a:cubicBezTo>
                    <a:pt x="4192270" y="1531620"/>
                    <a:pt x="4198620" y="1529080"/>
                    <a:pt x="4198620" y="1529080"/>
                  </a:cubicBezTo>
                  <a:cubicBezTo>
                    <a:pt x="4198620" y="1529080"/>
                    <a:pt x="4204970" y="1529080"/>
                    <a:pt x="4207510" y="1529080"/>
                  </a:cubicBezTo>
                  <a:cubicBezTo>
                    <a:pt x="4210050" y="1527810"/>
                    <a:pt x="4216400" y="1527810"/>
                    <a:pt x="4216400" y="1527810"/>
                  </a:cubicBezTo>
                  <a:cubicBezTo>
                    <a:pt x="4216400" y="1527810"/>
                    <a:pt x="4222750" y="1529080"/>
                    <a:pt x="4225290" y="1529080"/>
                  </a:cubicBezTo>
                  <a:cubicBezTo>
                    <a:pt x="4227830" y="1529080"/>
                    <a:pt x="4230370" y="1530350"/>
                    <a:pt x="4234180" y="1530350"/>
                  </a:cubicBezTo>
                  <a:cubicBezTo>
                    <a:pt x="4240530" y="1531620"/>
                    <a:pt x="4250690" y="1531620"/>
                    <a:pt x="4262120" y="1535430"/>
                  </a:cubicBezTo>
                  <a:cubicBezTo>
                    <a:pt x="4282440" y="1540510"/>
                    <a:pt x="4319270" y="1557020"/>
                    <a:pt x="4348480" y="1570990"/>
                  </a:cubicBezTo>
                  <a:cubicBezTo>
                    <a:pt x="4380230" y="1584960"/>
                    <a:pt x="4422140" y="1598930"/>
                    <a:pt x="4442460" y="1621790"/>
                  </a:cubicBezTo>
                  <a:cubicBezTo>
                    <a:pt x="4458970" y="1642110"/>
                    <a:pt x="4471670" y="1673860"/>
                    <a:pt x="4467860" y="1694180"/>
                  </a:cubicBezTo>
                  <a:cubicBezTo>
                    <a:pt x="4464050" y="1714500"/>
                    <a:pt x="4418330" y="1734820"/>
                    <a:pt x="4423410" y="1744980"/>
                  </a:cubicBezTo>
                  <a:cubicBezTo>
                    <a:pt x="4431030" y="1761490"/>
                    <a:pt x="4530090" y="1750060"/>
                    <a:pt x="4579620" y="1751330"/>
                  </a:cubicBezTo>
                  <a:cubicBezTo>
                    <a:pt x="4626610" y="1752600"/>
                    <a:pt x="4674870" y="1750060"/>
                    <a:pt x="4715510" y="1753870"/>
                  </a:cubicBezTo>
                  <a:cubicBezTo>
                    <a:pt x="4751070" y="1756410"/>
                    <a:pt x="4779010" y="1764030"/>
                    <a:pt x="4810760" y="1767840"/>
                  </a:cubicBezTo>
                  <a:cubicBezTo>
                    <a:pt x="4843780" y="1770380"/>
                    <a:pt x="4899660" y="1770380"/>
                    <a:pt x="4909820" y="1771650"/>
                  </a:cubicBezTo>
                  <a:cubicBezTo>
                    <a:pt x="4911090" y="1772920"/>
                    <a:pt x="4911090" y="1772920"/>
                    <a:pt x="4912360" y="1772920"/>
                  </a:cubicBezTo>
                  <a:cubicBezTo>
                    <a:pt x="4914900" y="1772920"/>
                    <a:pt x="4917440" y="1774190"/>
                    <a:pt x="4919980" y="1774190"/>
                  </a:cubicBezTo>
                  <a:cubicBezTo>
                    <a:pt x="4922520" y="1775460"/>
                    <a:pt x="4927600" y="1775460"/>
                    <a:pt x="4928870" y="1775460"/>
                  </a:cubicBezTo>
                  <a:cubicBezTo>
                    <a:pt x="4928870" y="1775460"/>
                    <a:pt x="4932680" y="1778000"/>
                    <a:pt x="4935220" y="1779270"/>
                  </a:cubicBezTo>
                  <a:cubicBezTo>
                    <a:pt x="4937760" y="1780540"/>
                    <a:pt x="4942840" y="1781810"/>
                    <a:pt x="4942840" y="1781810"/>
                  </a:cubicBezTo>
                  <a:cubicBezTo>
                    <a:pt x="4942840" y="1783080"/>
                    <a:pt x="4942840" y="1783080"/>
                    <a:pt x="4942840" y="1783080"/>
                  </a:cubicBezTo>
                  <a:cubicBezTo>
                    <a:pt x="4942840" y="1783080"/>
                    <a:pt x="4946650" y="1785620"/>
                    <a:pt x="4949190" y="1786890"/>
                  </a:cubicBezTo>
                  <a:cubicBezTo>
                    <a:pt x="4950460" y="1789430"/>
                    <a:pt x="4954270" y="1791970"/>
                    <a:pt x="4954270" y="1791970"/>
                  </a:cubicBezTo>
                  <a:cubicBezTo>
                    <a:pt x="4955540" y="1791970"/>
                    <a:pt x="4958080" y="1795780"/>
                    <a:pt x="4959350" y="1798320"/>
                  </a:cubicBezTo>
                  <a:cubicBezTo>
                    <a:pt x="4961890" y="1800860"/>
                    <a:pt x="4964430" y="1804670"/>
                    <a:pt x="4964430" y="1804670"/>
                  </a:cubicBezTo>
                  <a:cubicBezTo>
                    <a:pt x="4964430" y="1804670"/>
                    <a:pt x="4966970" y="1809750"/>
                    <a:pt x="4968240" y="1812290"/>
                  </a:cubicBezTo>
                  <a:cubicBezTo>
                    <a:pt x="4968240" y="1814830"/>
                    <a:pt x="4970780" y="1818640"/>
                    <a:pt x="4970780" y="1818640"/>
                  </a:cubicBezTo>
                  <a:cubicBezTo>
                    <a:pt x="4970780" y="1818640"/>
                    <a:pt x="4972050" y="1823720"/>
                    <a:pt x="4972050" y="1826260"/>
                  </a:cubicBezTo>
                  <a:cubicBezTo>
                    <a:pt x="4972050" y="1828800"/>
                    <a:pt x="4973320" y="1833880"/>
                    <a:pt x="4973320" y="1833880"/>
                  </a:cubicBezTo>
                  <a:cubicBezTo>
                    <a:pt x="4973320" y="1835150"/>
                    <a:pt x="4973320" y="1840230"/>
                    <a:pt x="4973320" y="1842770"/>
                  </a:cubicBezTo>
                  <a:cubicBezTo>
                    <a:pt x="4973320" y="1845310"/>
                    <a:pt x="4972050" y="1850390"/>
                    <a:pt x="4972050" y="1850390"/>
                  </a:cubicBezTo>
                  <a:cubicBezTo>
                    <a:pt x="4972050" y="1850390"/>
                    <a:pt x="4970780" y="1855470"/>
                    <a:pt x="4970780" y="1858010"/>
                  </a:cubicBezTo>
                  <a:cubicBezTo>
                    <a:pt x="4969510" y="1860550"/>
                    <a:pt x="4968240" y="1865630"/>
                    <a:pt x="4968240" y="1865630"/>
                  </a:cubicBezTo>
                  <a:cubicBezTo>
                    <a:pt x="4968240" y="1865630"/>
                    <a:pt x="4964430" y="1869440"/>
                    <a:pt x="4963160" y="1871980"/>
                  </a:cubicBezTo>
                  <a:cubicBezTo>
                    <a:pt x="4961890" y="1874520"/>
                    <a:pt x="4959350" y="1878330"/>
                    <a:pt x="4959350" y="1878330"/>
                  </a:cubicBezTo>
                  <a:cubicBezTo>
                    <a:pt x="4959350" y="1878330"/>
                    <a:pt x="4955540" y="1882140"/>
                    <a:pt x="4954270" y="1884680"/>
                  </a:cubicBezTo>
                  <a:cubicBezTo>
                    <a:pt x="4951730" y="1885950"/>
                    <a:pt x="4947920" y="1889760"/>
                    <a:pt x="4947920" y="1889760"/>
                  </a:cubicBezTo>
                  <a:cubicBezTo>
                    <a:pt x="4947920" y="1889760"/>
                    <a:pt x="4944110" y="1892300"/>
                    <a:pt x="4941570" y="1893570"/>
                  </a:cubicBezTo>
                  <a:cubicBezTo>
                    <a:pt x="4939030" y="1894840"/>
                    <a:pt x="4935220" y="1897380"/>
                    <a:pt x="4935220" y="1897380"/>
                  </a:cubicBezTo>
                  <a:cubicBezTo>
                    <a:pt x="4935220" y="1897380"/>
                    <a:pt x="4930140" y="1898650"/>
                    <a:pt x="4927600" y="1899920"/>
                  </a:cubicBezTo>
                  <a:cubicBezTo>
                    <a:pt x="4925060" y="1901190"/>
                    <a:pt x="4919980" y="1902460"/>
                    <a:pt x="4919980" y="1902460"/>
                  </a:cubicBezTo>
                  <a:cubicBezTo>
                    <a:pt x="4919980" y="1902460"/>
                    <a:pt x="4914900" y="1902460"/>
                    <a:pt x="4912360" y="1902460"/>
                  </a:cubicBezTo>
                  <a:cubicBezTo>
                    <a:pt x="4909820" y="1902460"/>
                    <a:pt x="4904740" y="1902460"/>
                    <a:pt x="4904740" y="1902460"/>
                  </a:cubicBezTo>
                  <a:cubicBezTo>
                    <a:pt x="4903470" y="1902460"/>
                    <a:pt x="4770120" y="1903730"/>
                    <a:pt x="4702810" y="1903730"/>
                  </a:cubicBezTo>
                  <a:cubicBezTo>
                    <a:pt x="4636770" y="1903730"/>
                    <a:pt x="4575810" y="1902460"/>
                    <a:pt x="4505960" y="1901190"/>
                  </a:cubicBezTo>
                  <a:cubicBezTo>
                    <a:pt x="4428490" y="1901190"/>
                    <a:pt x="4319270" y="1899920"/>
                    <a:pt x="4258310" y="1899920"/>
                  </a:cubicBezTo>
                  <a:cubicBezTo>
                    <a:pt x="4222750" y="1899920"/>
                    <a:pt x="4177030" y="1897380"/>
                    <a:pt x="4175760" y="1899920"/>
                  </a:cubicBezTo>
                  <a:cubicBezTo>
                    <a:pt x="4175760" y="1899920"/>
                    <a:pt x="4175760" y="1899920"/>
                    <a:pt x="4175760" y="1901190"/>
                  </a:cubicBezTo>
                  <a:cubicBezTo>
                    <a:pt x="4177030" y="1906270"/>
                    <a:pt x="4194810" y="1958340"/>
                    <a:pt x="4201160" y="1992630"/>
                  </a:cubicBezTo>
                  <a:cubicBezTo>
                    <a:pt x="4208780" y="2035810"/>
                    <a:pt x="4207510" y="2091690"/>
                    <a:pt x="4210050" y="2141220"/>
                  </a:cubicBezTo>
                  <a:cubicBezTo>
                    <a:pt x="4213860" y="2189480"/>
                    <a:pt x="4222750" y="2241550"/>
                    <a:pt x="4218940" y="2286000"/>
                  </a:cubicBezTo>
                  <a:cubicBezTo>
                    <a:pt x="4213860" y="2326640"/>
                    <a:pt x="4211320" y="2373630"/>
                    <a:pt x="4188460" y="2399030"/>
                  </a:cubicBezTo>
                  <a:cubicBezTo>
                    <a:pt x="4165600" y="2424430"/>
                    <a:pt x="4113530" y="2437130"/>
                    <a:pt x="4079240" y="2437130"/>
                  </a:cubicBezTo>
                  <a:cubicBezTo>
                    <a:pt x="4047490" y="2437130"/>
                    <a:pt x="4017010" y="2423160"/>
                    <a:pt x="3987800" y="2405380"/>
                  </a:cubicBezTo>
                  <a:cubicBezTo>
                    <a:pt x="3952240" y="2385060"/>
                    <a:pt x="3917950" y="2332990"/>
                    <a:pt x="3883660" y="2312670"/>
                  </a:cubicBezTo>
                  <a:cubicBezTo>
                    <a:pt x="3856990" y="2297430"/>
                    <a:pt x="3834130" y="2296160"/>
                    <a:pt x="3804920" y="2286000"/>
                  </a:cubicBezTo>
                  <a:cubicBezTo>
                    <a:pt x="3768090" y="2274570"/>
                    <a:pt x="3721100" y="2263140"/>
                    <a:pt x="3683000" y="2246630"/>
                  </a:cubicBezTo>
                  <a:cubicBezTo>
                    <a:pt x="3648710" y="2231390"/>
                    <a:pt x="3618230" y="2212340"/>
                    <a:pt x="3585210" y="2193290"/>
                  </a:cubicBezTo>
                  <a:cubicBezTo>
                    <a:pt x="3552190" y="2172970"/>
                    <a:pt x="3509010" y="2146300"/>
                    <a:pt x="3487420" y="2129790"/>
                  </a:cubicBezTo>
                  <a:cubicBezTo>
                    <a:pt x="3474720" y="2120900"/>
                    <a:pt x="3472180" y="2110740"/>
                    <a:pt x="3460750" y="2108200"/>
                  </a:cubicBezTo>
                  <a:cubicBezTo>
                    <a:pt x="3445510" y="2103120"/>
                    <a:pt x="3422650" y="2114550"/>
                    <a:pt x="3395980" y="2115820"/>
                  </a:cubicBezTo>
                  <a:cubicBezTo>
                    <a:pt x="3357880" y="2119630"/>
                    <a:pt x="3304540" y="2118360"/>
                    <a:pt x="3253740" y="2120900"/>
                  </a:cubicBezTo>
                  <a:cubicBezTo>
                    <a:pt x="3196590" y="2124710"/>
                    <a:pt x="3133090" y="2132330"/>
                    <a:pt x="3070860" y="2134870"/>
                  </a:cubicBezTo>
                  <a:cubicBezTo>
                    <a:pt x="3007360" y="2136140"/>
                    <a:pt x="2945130" y="2133600"/>
                    <a:pt x="2877820" y="2132330"/>
                  </a:cubicBezTo>
                  <a:cubicBezTo>
                    <a:pt x="2805430" y="2131060"/>
                    <a:pt x="2725420" y="2131060"/>
                    <a:pt x="2650490" y="2127250"/>
                  </a:cubicBezTo>
                  <a:cubicBezTo>
                    <a:pt x="2578100" y="2123440"/>
                    <a:pt x="2501900" y="2122170"/>
                    <a:pt x="2435860" y="2113280"/>
                  </a:cubicBezTo>
                  <a:cubicBezTo>
                    <a:pt x="2378710" y="2105660"/>
                    <a:pt x="2332990" y="2095500"/>
                    <a:pt x="2277110" y="2081530"/>
                  </a:cubicBezTo>
                  <a:cubicBezTo>
                    <a:pt x="2217420" y="2067560"/>
                    <a:pt x="2090420" y="2030730"/>
                    <a:pt x="2089150" y="2030730"/>
                  </a:cubicBezTo>
                  <a:cubicBezTo>
                    <a:pt x="2089150" y="2030730"/>
                    <a:pt x="2084070" y="2030730"/>
                    <a:pt x="2081530" y="2030730"/>
                  </a:cubicBezTo>
                  <a:cubicBezTo>
                    <a:pt x="2078990" y="2029460"/>
                    <a:pt x="2075180" y="2029460"/>
                    <a:pt x="2075180" y="2029460"/>
                  </a:cubicBezTo>
                  <a:cubicBezTo>
                    <a:pt x="2075180" y="2029460"/>
                    <a:pt x="2070100" y="2028190"/>
                    <a:pt x="2067560" y="2026920"/>
                  </a:cubicBezTo>
                  <a:cubicBezTo>
                    <a:pt x="2065020" y="2026920"/>
                    <a:pt x="2061210" y="2025650"/>
                    <a:pt x="2061210" y="2025650"/>
                  </a:cubicBezTo>
                  <a:cubicBezTo>
                    <a:pt x="2059940" y="2025650"/>
                    <a:pt x="2056130" y="2023110"/>
                    <a:pt x="2054860" y="2021840"/>
                  </a:cubicBezTo>
                  <a:cubicBezTo>
                    <a:pt x="2052320" y="2020570"/>
                    <a:pt x="2048510" y="2018030"/>
                    <a:pt x="2048510" y="2018030"/>
                  </a:cubicBezTo>
                  <a:cubicBezTo>
                    <a:pt x="2048510" y="2018030"/>
                    <a:pt x="2044700" y="2014220"/>
                    <a:pt x="2043430" y="2012950"/>
                  </a:cubicBezTo>
                  <a:cubicBezTo>
                    <a:pt x="2040890" y="2010410"/>
                    <a:pt x="2038350" y="2006600"/>
                    <a:pt x="2038350" y="2006600"/>
                  </a:cubicBezTo>
                  <a:cubicBezTo>
                    <a:pt x="2037080" y="2006600"/>
                    <a:pt x="2035810" y="2002790"/>
                    <a:pt x="2034540" y="2000250"/>
                  </a:cubicBezTo>
                  <a:cubicBezTo>
                    <a:pt x="2033270" y="1998980"/>
                    <a:pt x="2030730" y="1995170"/>
                    <a:pt x="2030730" y="1993900"/>
                  </a:cubicBezTo>
                  <a:cubicBezTo>
                    <a:pt x="2030730" y="1993900"/>
                    <a:pt x="2028190" y="1990090"/>
                    <a:pt x="2028190" y="1987550"/>
                  </a:cubicBezTo>
                  <a:cubicBezTo>
                    <a:pt x="2026920" y="1985010"/>
                    <a:pt x="2025650" y="1979930"/>
                    <a:pt x="2025650" y="1979930"/>
                  </a:cubicBezTo>
                  <a:cubicBezTo>
                    <a:pt x="2025650" y="1979930"/>
                    <a:pt x="2025650" y="1976120"/>
                    <a:pt x="2025650" y="1973580"/>
                  </a:cubicBezTo>
                  <a:cubicBezTo>
                    <a:pt x="2025650" y="1971040"/>
                    <a:pt x="2025650" y="1965960"/>
                    <a:pt x="2025650" y="1965960"/>
                  </a:cubicBezTo>
                  <a:cubicBezTo>
                    <a:pt x="2025650" y="1965960"/>
                    <a:pt x="2026920" y="1963420"/>
                    <a:pt x="2025650" y="1962150"/>
                  </a:cubicBezTo>
                  <a:cubicBezTo>
                    <a:pt x="2020570" y="1954530"/>
                    <a:pt x="1910080" y="1949450"/>
                    <a:pt x="1856740" y="1940560"/>
                  </a:cubicBezTo>
                  <a:cubicBezTo>
                    <a:pt x="1805940" y="1934210"/>
                    <a:pt x="1743710" y="1924050"/>
                    <a:pt x="1709420" y="1917700"/>
                  </a:cubicBezTo>
                  <a:cubicBezTo>
                    <a:pt x="1690370" y="1913890"/>
                    <a:pt x="1682750" y="1910080"/>
                    <a:pt x="1666240" y="1908810"/>
                  </a:cubicBezTo>
                  <a:cubicBezTo>
                    <a:pt x="1647190" y="1907540"/>
                    <a:pt x="1625600" y="1910080"/>
                    <a:pt x="1600200" y="1911350"/>
                  </a:cubicBezTo>
                  <a:cubicBezTo>
                    <a:pt x="1568450" y="1912620"/>
                    <a:pt x="1489710" y="1915160"/>
                    <a:pt x="1489710" y="1920240"/>
                  </a:cubicBezTo>
                  <a:cubicBezTo>
                    <a:pt x="1489710" y="1924050"/>
                    <a:pt x="1516380" y="1929130"/>
                    <a:pt x="1537970" y="1935480"/>
                  </a:cubicBezTo>
                  <a:cubicBezTo>
                    <a:pt x="1583690" y="1946910"/>
                    <a:pt x="1675130" y="1963420"/>
                    <a:pt x="1747520" y="1982470"/>
                  </a:cubicBezTo>
                  <a:cubicBezTo>
                    <a:pt x="1830070" y="2004060"/>
                    <a:pt x="1921510" y="2032000"/>
                    <a:pt x="2007870" y="2059940"/>
                  </a:cubicBezTo>
                  <a:cubicBezTo>
                    <a:pt x="2092960" y="2085340"/>
                    <a:pt x="2179320" y="2115820"/>
                    <a:pt x="2259330" y="2142490"/>
                  </a:cubicBezTo>
                  <a:cubicBezTo>
                    <a:pt x="2332990" y="2167890"/>
                    <a:pt x="2402840" y="2185670"/>
                    <a:pt x="2470150" y="2214880"/>
                  </a:cubicBezTo>
                  <a:cubicBezTo>
                    <a:pt x="2536190" y="2242820"/>
                    <a:pt x="2602230" y="2277110"/>
                    <a:pt x="2658110" y="2312670"/>
                  </a:cubicBezTo>
                  <a:cubicBezTo>
                    <a:pt x="2707640" y="2345690"/>
                    <a:pt x="2790190" y="2418080"/>
                    <a:pt x="2790190" y="2418080"/>
                  </a:cubicBezTo>
                  <a:cubicBezTo>
                    <a:pt x="2790190" y="2418080"/>
                    <a:pt x="2790190" y="2418080"/>
                    <a:pt x="2791460" y="2418080"/>
                  </a:cubicBezTo>
                  <a:cubicBezTo>
                    <a:pt x="2791460" y="2418080"/>
                    <a:pt x="2795270" y="2419350"/>
                    <a:pt x="2797810" y="2420620"/>
                  </a:cubicBezTo>
                  <a:cubicBezTo>
                    <a:pt x="2800350" y="2420620"/>
                    <a:pt x="2805430" y="2421890"/>
                    <a:pt x="2805430" y="2421890"/>
                  </a:cubicBezTo>
                  <a:cubicBezTo>
                    <a:pt x="2806700" y="2421890"/>
                    <a:pt x="2810510" y="2424430"/>
                    <a:pt x="2813050" y="2425700"/>
                  </a:cubicBezTo>
                  <a:cubicBezTo>
                    <a:pt x="2815590" y="2426970"/>
                    <a:pt x="2819400" y="2429510"/>
                    <a:pt x="2819400" y="2429510"/>
                  </a:cubicBezTo>
                  <a:cubicBezTo>
                    <a:pt x="2820670" y="2429510"/>
                    <a:pt x="2824480" y="2432050"/>
                    <a:pt x="2825750" y="2434590"/>
                  </a:cubicBezTo>
                  <a:cubicBezTo>
                    <a:pt x="2828290" y="2435860"/>
                    <a:pt x="2832100" y="2439670"/>
                    <a:pt x="2832100" y="2439670"/>
                  </a:cubicBezTo>
                  <a:cubicBezTo>
                    <a:pt x="2832100" y="2439670"/>
                    <a:pt x="2834640" y="2443480"/>
                    <a:pt x="2835910" y="2446020"/>
                  </a:cubicBezTo>
                  <a:cubicBezTo>
                    <a:pt x="2838450" y="2447290"/>
                    <a:pt x="2840990" y="2452370"/>
                    <a:pt x="2840990" y="2452370"/>
                  </a:cubicBezTo>
                  <a:cubicBezTo>
                    <a:pt x="2840990" y="2452370"/>
                    <a:pt x="2842260" y="2456180"/>
                    <a:pt x="2843530" y="2458720"/>
                  </a:cubicBezTo>
                  <a:cubicBezTo>
                    <a:pt x="2844800" y="2461260"/>
                    <a:pt x="2847340" y="2466340"/>
                    <a:pt x="2847340" y="2466340"/>
                  </a:cubicBezTo>
                  <a:cubicBezTo>
                    <a:pt x="2847340" y="2466340"/>
                    <a:pt x="2847340" y="2471420"/>
                    <a:pt x="2847340" y="2473960"/>
                  </a:cubicBezTo>
                  <a:cubicBezTo>
                    <a:pt x="2848610" y="2476500"/>
                    <a:pt x="2848610" y="2481580"/>
                    <a:pt x="2848610" y="2481580"/>
                  </a:cubicBezTo>
                  <a:cubicBezTo>
                    <a:pt x="2848610" y="2481580"/>
                    <a:pt x="2848610" y="2486660"/>
                    <a:pt x="2848610" y="2489200"/>
                  </a:cubicBezTo>
                  <a:cubicBezTo>
                    <a:pt x="2847340" y="2491740"/>
                    <a:pt x="2847340" y="2496820"/>
                    <a:pt x="2847340" y="2496820"/>
                  </a:cubicBezTo>
                  <a:cubicBezTo>
                    <a:pt x="2847340" y="2496820"/>
                    <a:pt x="2846070" y="2501900"/>
                    <a:pt x="2844800" y="2504440"/>
                  </a:cubicBezTo>
                  <a:cubicBezTo>
                    <a:pt x="2843530" y="2506980"/>
                    <a:pt x="2842260" y="2512060"/>
                    <a:pt x="2842260" y="2512060"/>
                  </a:cubicBezTo>
                  <a:cubicBezTo>
                    <a:pt x="2842260" y="2512060"/>
                    <a:pt x="2839720" y="2515870"/>
                    <a:pt x="2837180" y="2518410"/>
                  </a:cubicBezTo>
                  <a:cubicBezTo>
                    <a:pt x="2835910" y="2520950"/>
                    <a:pt x="2833370" y="2524760"/>
                    <a:pt x="2833370" y="2524760"/>
                  </a:cubicBezTo>
                  <a:cubicBezTo>
                    <a:pt x="2833370" y="2524760"/>
                    <a:pt x="2829560" y="2528570"/>
                    <a:pt x="2828290" y="2529840"/>
                  </a:cubicBezTo>
                  <a:cubicBezTo>
                    <a:pt x="2825750" y="2532380"/>
                    <a:pt x="2821940" y="2534920"/>
                    <a:pt x="2821940" y="2534920"/>
                  </a:cubicBezTo>
                  <a:cubicBezTo>
                    <a:pt x="2821940" y="2536190"/>
                    <a:pt x="2821940" y="2534920"/>
                    <a:pt x="2821940" y="2536190"/>
                  </a:cubicBezTo>
                  <a:cubicBezTo>
                    <a:pt x="2821940" y="2536190"/>
                    <a:pt x="2816860" y="2537460"/>
                    <a:pt x="2815590" y="2538730"/>
                  </a:cubicBezTo>
                  <a:cubicBezTo>
                    <a:pt x="2813050" y="2540000"/>
                    <a:pt x="2807970" y="2542540"/>
                    <a:pt x="2807970" y="2542540"/>
                  </a:cubicBezTo>
                  <a:cubicBezTo>
                    <a:pt x="2807970" y="2542540"/>
                    <a:pt x="2802890" y="2543810"/>
                    <a:pt x="2800350" y="2545080"/>
                  </a:cubicBezTo>
                  <a:cubicBezTo>
                    <a:pt x="2797810" y="2546350"/>
                    <a:pt x="2792730" y="2547620"/>
                    <a:pt x="2792730" y="2547620"/>
                  </a:cubicBezTo>
                  <a:cubicBezTo>
                    <a:pt x="2792730" y="2547620"/>
                    <a:pt x="2787650" y="2547620"/>
                    <a:pt x="2785110" y="2547620"/>
                  </a:cubicBezTo>
                  <a:cubicBezTo>
                    <a:pt x="2782570" y="2547620"/>
                    <a:pt x="2781300" y="2547620"/>
                    <a:pt x="2777490" y="2547620"/>
                  </a:cubicBezTo>
                  <a:cubicBezTo>
                    <a:pt x="2771140" y="2547620"/>
                    <a:pt x="2759710" y="2546350"/>
                    <a:pt x="2747010" y="2543810"/>
                  </a:cubicBezTo>
                  <a:cubicBezTo>
                    <a:pt x="2720340" y="2541270"/>
                    <a:pt x="2673350" y="2532380"/>
                    <a:pt x="2635250" y="2524760"/>
                  </a:cubicBezTo>
                  <a:cubicBezTo>
                    <a:pt x="2593340" y="2517140"/>
                    <a:pt x="2555240" y="2510790"/>
                    <a:pt x="2508250" y="2499360"/>
                  </a:cubicBezTo>
                  <a:cubicBezTo>
                    <a:pt x="2449830" y="2484120"/>
                    <a:pt x="2378710" y="2465070"/>
                    <a:pt x="2312670" y="2440940"/>
                  </a:cubicBezTo>
                  <a:cubicBezTo>
                    <a:pt x="2240280" y="2414270"/>
                    <a:pt x="2166620" y="2376170"/>
                    <a:pt x="2094230" y="2343150"/>
                  </a:cubicBezTo>
                  <a:cubicBezTo>
                    <a:pt x="2020570" y="2310130"/>
                    <a:pt x="1951990" y="2277110"/>
                    <a:pt x="1874520" y="2244090"/>
                  </a:cubicBezTo>
                  <a:cubicBezTo>
                    <a:pt x="1790700" y="2207260"/>
                    <a:pt x="1691640" y="2172970"/>
                    <a:pt x="1607820" y="2133600"/>
                  </a:cubicBezTo>
                  <a:cubicBezTo>
                    <a:pt x="1529080" y="2095500"/>
                    <a:pt x="1427480" y="2029460"/>
                    <a:pt x="1385570" y="2011680"/>
                  </a:cubicBezTo>
                  <a:cubicBezTo>
                    <a:pt x="1370330" y="2005330"/>
                    <a:pt x="1366520" y="2005330"/>
                    <a:pt x="1352550" y="2001520"/>
                  </a:cubicBezTo>
                  <a:cubicBezTo>
                    <a:pt x="1325880" y="1993900"/>
                    <a:pt x="1276350" y="1979930"/>
                    <a:pt x="1243330" y="1968500"/>
                  </a:cubicBezTo>
                  <a:cubicBezTo>
                    <a:pt x="1214120" y="1959610"/>
                    <a:pt x="1173480" y="1944370"/>
                    <a:pt x="1162050" y="1939290"/>
                  </a:cubicBezTo>
                  <a:cubicBezTo>
                    <a:pt x="1158240" y="1938020"/>
                    <a:pt x="1156970" y="1938020"/>
                    <a:pt x="1154430" y="1936750"/>
                  </a:cubicBezTo>
                  <a:cubicBezTo>
                    <a:pt x="1151890" y="1935480"/>
                    <a:pt x="1146810" y="1934210"/>
                    <a:pt x="1146810" y="1934210"/>
                  </a:cubicBezTo>
                  <a:cubicBezTo>
                    <a:pt x="1146810" y="1934210"/>
                    <a:pt x="1143000" y="1931670"/>
                    <a:pt x="1140460" y="1929130"/>
                  </a:cubicBezTo>
                  <a:cubicBezTo>
                    <a:pt x="1139190" y="1927860"/>
                    <a:pt x="1134110" y="1925320"/>
                    <a:pt x="1134110" y="1925320"/>
                  </a:cubicBezTo>
                  <a:cubicBezTo>
                    <a:pt x="1134110" y="1925320"/>
                    <a:pt x="1131570" y="1921510"/>
                    <a:pt x="1129030" y="1920240"/>
                  </a:cubicBezTo>
                  <a:cubicBezTo>
                    <a:pt x="1127760" y="1917700"/>
                    <a:pt x="1123950" y="1913890"/>
                    <a:pt x="1123950" y="1913890"/>
                  </a:cubicBezTo>
                  <a:cubicBezTo>
                    <a:pt x="1123950" y="1913890"/>
                    <a:pt x="1121410" y="1908810"/>
                    <a:pt x="1120140" y="1907540"/>
                  </a:cubicBezTo>
                  <a:cubicBezTo>
                    <a:pt x="1120140" y="1905000"/>
                    <a:pt x="1117600" y="1899920"/>
                    <a:pt x="1117600" y="1899920"/>
                  </a:cubicBezTo>
                  <a:cubicBezTo>
                    <a:pt x="1117600" y="1899920"/>
                    <a:pt x="1117600" y="1898650"/>
                    <a:pt x="1116330" y="1897380"/>
                  </a:cubicBezTo>
                  <a:cubicBezTo>
                    <a:pt x="1111250" y="1893570"/>
                    <a:pt x="1080770" y="1898650"/>
                    <a:pt x="1054100" y="1897380"/>
                  </a:cubicBezTo>
                  <a:cubicBezTo>
                    <a:pt x="1010920" y="1896110"/>
                    <a:pt x="929640" y="1889760"/>
                    <a:pt x="876300" y="1883410"/>
                  </a:cubicBezTo>
                  <a:cubicBezTo>
                    <a:pt x="831850" y="1878330"/>
                    <a:pt x="788670" y="1868170"/>
                    <a:pt x="755650" y="1864360"/>
                  </a:cubicBezTo>
                  <a:cubicBezTo>
                    <a:pt x="730250" y="1861820"/>
                    <a:pt x="692150" y="1858010"/>
                    <a:pt x="692150" y="1858010"/>
                  </a:cubicBezTo>
                  <a:cubicBezTo>
                    <a:pt x="692150" y="1858010"/>
                    <a:pt x="687070" y="1856740"/>
                    <a:pt x="684530" y="1856740"/>
                  </a:cubicBezTo>
                  <a:cubicBezTo>
                    <a:pt x="681990" y="1855470"/>
                    <a:pt x="678180" y="1854200"/>
                    <a:pt x="678180" y="1854200"/>
                  </a:cubicBezTo>
                  <a:cubicBezTo>
                    <a:pt x="676910" y="1854200"/>
                    <a:pt x="673100" y="1851660"/>
                    <a:pt x="670560" y="1850390"/>
                  </a:cubicBezTo>
                  <a:cubicBezTo>
                    <a:pt x="669290" y="1849120"/>
                    <a:pt x="664210" y="1846580"/>
                    <a:pt x="664210" y="1846580"/>
                  </a:cubicBezTo>
                  <a:cubicBezTo>
                    <a:pt x="664210" y="1846580"/>
                    <a:pt x="661670" y="1842770"/>
                    <a:pt x="659130" y="1841500"/>
                  </a:cubicBezTo>
                  <a:cubicBezTo>
                    <a:pt x="657860" y="1838960"/>
                    <a:pt x="654050" y="1836420"/>
                    <a:pt x="654050" y="1836420"/>
                  </a:cubicBezTo>
                  <a:cubicBezTo>
                    <a:pt x="654050" y="1836420"/>
                    <a:pt x="651510" y="1831340"/>
                    <a:pt x="650240" y="1830070"/>
                  </a:cubicBezTo>
                  <a:cubicBezTo>
                    <a:pt x="648970" y="1827530"/>
                    <a:pt x="646430" y="1823720"/>
                    <a:pt x="646430" y="1823720"/>
                  </a:cubicBezTo>
                  <a:cubicBezTo>
                    <a:pt x="646430" y="1823720"/>
                    <a:pt x="645160" y="1818640"/>
                    <a:pt x="643890" y="1816100"/>
                  </a:cubicBezTo>
                  <a:cubicBezTo>
                    <a:pt x="642620" y="1813560"/>
                    <a:pt x="641350" y="1809750"/>
                    <a:pt x="641350" y="1809750"/>
                  </a:cubicBezTo>
                  <a:cubicBezTo>
                    <a:pt x="641350" y="1808480"/>
                    <a:pt x="641350" y="1804670"/>
                    <a:pt x="641350" y="1802130"/>
                  </a:cubicBezTo>
                  <a:cubicBezTo>
                    <a:pt x="641350" y="1799590"/>
                    <a:pt x="640080" y="1794510"/>
                    <a:pt x="640080" y="1794510"/>
                  </a:cubicBezTo>
                  <a:cubicBezTo>
                    <a:pt x="640080" y="1794510"/>
                    <a:pt x="641350" y="1789430"/>
                    <a:pt x="641350" y="1786890"/>
                  </a:cubicBezTo>
                  <a:cubicBezTo>
                    <a:pt x="642620" y="1784350"/>
                    <a:pt x="642620" y="1779270"/>
                    <a:pt x="642620" y="1779270"/>
                  </a:cubicBezTo>
                  <a:cubicBezTo>
                    <a:pt x="642620" y="1779270"/>
                    <a:pt x="645160" y="1775460"/>
                    <a:pt x="646430" y="1772920"/>
                  </a:cubicBezTo>
                  <a:cubicBezTo>
                    <a:pt x="646430" y="1770380"/>
                    <a:pt x="648970" y="1766570"/>
                    <a:pt x="648970" y="1765300"/>
                  </a:cubicBezTo>
                  <a:cubicBezTo>
                    <a:pt x="648970" y="1765300"/>
                    <a:pt x="651510" y="1761490"/>
                    <a:pt x="652780" y="1760220"/>
                  </a:cubicBezTo>
                  <a:cubicBezTo>
                    <a:pt x="655320" y="1757680"/>
                    <a:pt x="657860" y="1753870"/>
                    <a:pt x="657860" y="1753870"/>
                  </a:cubicBezTo>
                  <a:cubicBezTo>
                    <a:pt x="657860" y="1753870"/>
                    <a:pt x="661670" y="1751330"/>
                    <a:pt x="664210" y="1748790"/>
                  </a:cubicBezTo>
                  <a:cubicBezTo>
                    <a:pt x="665480" y="1747520"/>
                    <a:pt x="669290" y="1744980"/>
                    <a:pt x="669290" y="1744980"/>
                  </a:cubicBezTo>
                  <a:cubicBezTo>
                    <a:pt x="669290" y="1744980"/>
                    <a:pt x="674370" y="1742440"/>
                    <a:pt x="676910" y="1741170"/>
                  </a:cubicBezTo>
                  <a:cubicBezTo>
                    <a:pt x="678180" y="1739900"/>
                    <a:pt x="683260" y="1738630"/>
                    <a:pt x="683260" y="1738630"/>
                  </a:cubicBezTo>
                  <a:cubicBezTo>
                    <a:pt x="683260" y="1738630"/>
                    <a:pt x="688340" y="1737360"/>
                    <a:pt x="690880" y="1737360"/>
                  </a:cubicBezTo>
                  <a:cubicBezTo>
                    <a:pt x="693420" y="1736090"/>
                    <a:pt x="697230" y="1734820"/>
                    <a:pt x="697230" y="1734820"/>
                  </a:cubicBezTo>
                  <a:cubicBezTo>
                    <a:pt x="697230" y="1734820"/>
                    <a:pt x="702310" y="1736090"/>
                    <a:pt x="704850" y="1736090"/>
                  </a:cubicBezTo>
                  <a:cubicBezTo>
                    <a:pt x="707390" y="1736090"/>
                    <a:pt x="712470" y="1736090"/>
                    <a:pt x="712470" y="1736090"/>
                  </a:cubicBezTo>
                  <a:cubicBezTo>
                    <a:pt x="713740" y="1736090"/>
                    <a:pt x="796290" y="1731010"/>
                    <a:pt x="838200" y="1729740"/>
                  </a:cubicBezTo>
                  <a:cubicBezTo>
                    <a:pt x="881380" y="1728470"/>
                    <a:pt x="962660" y="1746250"/>
                    <a:pt x="970280" y="1729740"/>
                  </a:cubicBezTo>
                  <a:cubicBezTo>
                    <a:pt x="977900" y="1711960"/>
                    <a:pt x="864870" y="1619250"/>
                    <a:pt x="863600" y="1619250"/>
                  </a:cubicBezTo>
                  <a:cubicBezTo>
                    <a:pt x="863600" y="1619250"/>
                    <a:pt x="859790" y="1616710"/>
                    <a:pt x="857250" y="1616710"/>
                  </a:cubicBezTo>
                  <a:cubicBezTo>
                    <a:pt x="854710" y="1615440"/>
                    <a:pt x="849630" y="1614170"/>
                    <a:pt x="849630" y="1614170"/>
                  </a:cubicBezTo>
                  <a:cubicBezTo>
                    <a:pt x="849630" y="1614170"/>
                    <a:pt x="845820" y="1610360"/>
                    <a:pt x="843280" y="1609090"/>
                  </a:cubicBezTo>
                  <a:cubicBezTo>
                    <a:pt x="840740" y="1607820"/>
                    <a:pt x="836930" y="1605280"/>
                    <a:pt x="836930" y="1605280"/>
                  </a:cubicBezTo>
                  <a:cubicBezTo>
                    <a:pt x="836930" y="1605280"/>
                    <a:pt x="833120" y="1601470"/>
                    <a:pt x="831850" y="1600200"/>
                  </a:cubicBezTo>
                  <a:cubicBezTo>
                    <a:pt x="829310" y="1597660"/>
                    <a:pt x="826770" y="1593850"/>
                    <a:pt x="826770" y="1593850"/>
                  </a:cubicBezTo>
                  <a:cubicBezTo>
                    <a:pt x="826770" y="1593850"/>
                    <a:pt x="824230" y="1590040"/>
                    <a:pt x="822960" y="1587500"/>
                  </a:cubicBezTo>
                  <a:cubicBezTo>
                    <a:pt x="821690" y="1584960"/>
                    <a:pt x="819150" y="1581150"/>
                    <a:pt x="819150" y="1579880"/>
                  </a:cubicBezTo>
                  <a:cubicBezTo>
                    <a:pt x="819150" y="1579880"/>
                    <a:pt x="817880" y="1576070"/>
                    <a:pt x="816610" y="1573530"/>
                  </a:cubicBezTo>
                  <a:cubicBezTo>
                    <a:pt x="816610" y="1570990"/>
                    <a:pt x="815340" y="1565910"/>
                    <a:pt x="815340" y="1565910"/>
                  </a:cubicBezTo>
                  <a:cubicBezTo>
                    <a:pt x="815340" y="1565910"/>
                    <a:pt x="815340" y="1560830"/>
                    <a:pt x="815340" y="1558290"/>
                  </a:cubicBezTo>
                  <a:cubicBezTo>
                    <a:pt x="815340" y="1555750"/>
                    <a:pt x="815340" y="1550670"/>
                    <a:pt x="815340" y="1550670"/>
                  </a:cubicBezTo>
                  <a:cubicBezTo>
                    <a:pt x="815340" y="1550670"/>
                    <a:pt x="816610" y="1543050"/>
                    <a:pt x="816610" y="1543050"/>
                  </a:cubicBezTo>
                  <a:cubicBezTo>
                    <a:pt x="815340" y="1540510"/>
                    <a:pt x="751840" y="1516380"/>
                    <a:pt x="715010" y="1501140"/>
                  </a:cubicBezTo>
                  <a:cubicBezTo>
                    <a:pt x="670560" y="1482090"/>
                    <a:pt x="615950" y="1456690"/>
                    <a:pt x="570230" y="1436370"/>
                  </a:cubicBezTo>
                  <a:cubicBezTo>
                    <a:pt x="529590" y="1417320"/>
                    <a:pt x="488950" y="1398270"/>
                    <a:pt x="453390" y="1383030"/>
                  </a:cubicBezTo>
                  <a:cubicBezTo>
                    <a:pt x="424180" y="1369060"/>
                    <a:pt x="392430" y="1357630"/>
                    <a:pt x="374650" y="1347470"/>
                  </a:cubicBezTo>
                  <a:cubicBezTo>
                    <a:pt x="365760" y="1342390"/>
                    <a:pt x="360680" y="1336040"/>
                    <a:pt x="355600" y="1333500"/>
                  </a:cubicBezTo>
                  <a:cubicBezTo>
                    <a:pt x="353060" y="1330960"/>
                    <a:pt x="351790" y="1329690"/>
                    <a:pt x="349250" y="1328420"/>
                  </a:cubicBezTo>
                  <a:cubicBezTo>
                    <a:pt x="347980" y="1327150"/>
                    <a:pt x="342900" y="1324610"/>
                    <a:pt x="342900" y="1324610"/>
                  </a:cubicBezTo>
                  <a:cubicBezTo>
                    <a:pt x="342900" y="1324610"/>
                    <a:pt x="340360" y="1320800"/>
                    <a:pt x="337820" y="1319530"/>
                  </a:cubicBezTo>
                  <a:cubicBezTo>
                    <a:pt x="336550" y="1316990"/>
                    <a:pt x="332740" y="1314450"/>
                    <a:pt x="332740" y="1314450"/>
                  </a:cubicBezTo>
                  <a:cubicBezTo>
                    <a:pt x="332740" y="1314450"/>
                    <a:pt x="330200" y="1309370"/>
                    <a:pt x="328930" y="1306830"/>
                  </a:cubicBezTo>
                  <a:cubicBezTo>
                    <a:pt x="327660" y="1305560"/>
                    <a:pt x="325120" y="1300480"/>
                    <a:pt x="325120" y="1300480"/>
                  </a:cubicBezTo>
                  <a:cubicBezTo>
                    <a:pt x="325120" y="1300480"/>
                    <a:pt x="323850" y="1296670"/>
                    <a:pt x="323850" y="1294130"/>
                  </a:cubicBezTo>
                  <a:cubicBezTo>
                    <a:pt x="322580" y="1291590"/>
                    <a:pt x="321310" y="1286510"/>
                    <a:pt x="321310" y="1286510"/>
                  </a:cubicBezTo>
                  <a:cubicBezTo>
                    <a:pt x="321310" y="1286510"/>
                    <a:pt x="321310" y="1281430"/>
                    <a:pt x="321310" y="1278890"/>
                  </a:cubicBezTo>
                  <a:cubicBezTo>
                    <a:pt x="321310" y="1276350"/>
                    <a:pt x="321310" y="1271270"/>
                    <a:pt x="321310" y="1271270"/>
                  </a:cubicBezTo>
                  <a:cubicBezTo>
                    <a:pt x="321310" y="1271270"/>
                    <a:pt x="321310" y="1266190"/>
                    <a:pt x="322580" y="1263650"/>
                  </a:cubicBezTo>
                  <a:cubicBezTo>
                    <a:pt x="322580" y="1261110"/>
                    <a:pt x="323850" y="1257300"/>
                    <a:pt x="323850" y="1256030"/>
                  </a:cubicBezTo>
                  <a:cubicBezTo>
                    <a:pt x="323850" y="1256030"/>
                    <a:pt x="326390" y="1252220"/>
                    <a:pt x="327660" y="1249680"/>
                  </a:cubicBezTo>
                  <a:cubicBezTo>
                    <a:pt x="327660" y="1247140"/>
                    <a:pt x="330200" y="1243330"/>
                    <a:pt x="330200" y="1243330"/>
                  </a:cubicBezTo>
                  <a:cubicBezTo>
                    <a:pt x="330200" y="1243330"/>
                    <a:pt x="334010" y="1239520"/>
                    <a:pt x="335280" y="1236980"/>
                  </a:cubicBezTo>
                  <a:cubicBezTo>
                    <a:pt x="336550" y="1235710"/>
                    <a:pt x="340360" y="1231900"/>
                    <a:pt x="340360" y="1231900"/>
                  </a:cubicBezTo>
                  <a:cubicBezTo>
                    <a:pt x="340360" y="1231900"/>
                    <a:pt x="344170" y="1228090"/>
                    <a:pt x="345440" y="1226820"/>
                  </a:cubicBezTo>
                  <a:cubicBezTo>
                    <a:pt x="347980" y="1225550"/>
                    <a:pt x="351790" y="1223010"/>
                    <a:pt x="351790" y="1223010"/>
                  </a:cubicBezTo>
                  <a:cubicBezTo>
                    <a:pt x="351790" y="1223010"/>
                    <a:pt x="356870" y="1220470"/>
                    <a:pt x="359410" y="1219200"/>
                  </a:cubicBezTo>
                  <a:cubicBezTo>
                    <a:pt x="361950" y="1219200"/>
                    <a:pt x="365760" y="1216660"/>
                    <a:pt x="365760" y="1216660"/>
                  </a:cubicBezTo>
                  <a:cubicBezTo>
                    <a:pt x="365760" y="1216660"/>
                    <a:pt x="370840" y="1215390"/>
                    <a:pt x="373380" y="1215390"/>
                  </a:cubicBezTo>
                  <a:cubicBezTo>
                    <a:pt x="375920" y="1215390"/>
                    <a:pt x="381000" y="1214120"/>
                    <a:pt x="381000" y="1214120"/>
                  </a:cubicBezTo>
                  <a:cubicBezTo>
                    <a:pt x="381000" y="1214120"/>
                    <a:pt x="386080" y="1215390"/>
                    <a:pt x="388620" y="1215390"/>
                  </a:cubicBezTo>
                  <a:cubicBezTo>
                    <a:pt x="391160" y="1215390"/>
                    <a:pt x="396240" y="1215390"/>
                    <a:pt x="396240" y="1215390"/>
                  </a:cubicBezTo>
                  <a:cubicBezTo>
                    <a:pt x="396240" y="1215390"/>
                    <a:pt x="400050" y="1216660"/>
                    <a:pt x="402590" y="1217930"/>
                  </a:cubicBezTo>
                  <a:cubicBezTo>
                    <a:pt x="405130" y="1219200"/>
                    <a:pt x="410210" y="1220470"/>
                    <a:pt x="410210" y="1220470"/>
                  </a:cubicBezTo>
                  <a:cubicBezTo>
                    <a:pt x="410210" y="1220470"/>
                    <a:pt x="487680" y="1228090"/>
                    <a:pt x="530860" y="1236980"/>
                  </a:cubicBezTo>
                  <a:cubicBezTo>
                    <a:pt x="582930" y="1248410"/>
                    <a:pt x="642620" y="1273810"/>
                    <a:pt x="698500" y="1289050"/>
                  </a:cubicBezTo>
                  <a:cubicBezTo>
                    <a:pt x="751840" y="1303020"/>
                    <a:pt x="800100" y="1309370"/>
                    <a:pt x="857250" y="1323340"/>
                  </a:cubicBezTo>
                  <a:cubicBezTo>
                    <a:pt x="925830" y="1339850"/>
                    <a:pt x="1005840" y="1362710"/>
                    <a:pt x="1080770" y="1380490"/>
                  </a:cubicBezTo>
                  <a:cubicBezTo>
                    <a:pt x="1156970" y="1399540"/>
                    <a:pt x="1233170" y="1417320"/>
                    <a:pt x="1310640" y="1432560"/>
                  </a:cubicBezTo>
                  <a:cubicBezTo>
                    <a:pt x="1386840" y="1446530"/>
                    <a:pt x="1478280" y="1455420"/>
                    <a:pt x="1541780" y="1468120"/>
                  </a:cubicBezTo>
                  <a:cubicBezTo>
                    <a:pt x="1587500" y="1475740"/>
                    <a:pt x="1635760" y="1490980"/>
                    <a:pt x="1656080" y="1492250"/>
                  </a:cubicBezTo>
                  <a:cubicBezTo>
                    <a:pt x="1663700" y="1493520"/>
                    <a:pt x="1670050" y="1493520"/>
                    <a:pt x="1671320" y="1490980"/>
                  </a:cubicBezTo>
                  <a:cubicBezTo>
                    <a:pt x="1671320" y="1489710"/>
                    <a:pt x="1668780" y="1485900"/>
                    <a:pt x="1668780" y="1485900"/>
                  </a:cubicBezTo>
                  <a:cubicBezTo>
                    <a:pt x="1668780" y="1485900"/>
                    <a:pt x="1667510" y="1480820"/>
                    <a:pt x="1667510" y="1478280"/>
                  </a:cubicBezTo>
                  <a:cubicBezTo>
                    <a:pt x="1667510" y="1475740"/>
                    <a:pt x="1666240" y="1470660"/>
                    <a:pt x="1666240" y="1470660"/>
                  </a:cubicBezTo>
                  <a:cubicBezTo>
                    <a:pt x="1666240" y="1470660"/>
                    <a:pt x="1667510" y="1465580"/>
                    <a:pt x="1667510" y="1463040"/>
                  </a:cubicBezTo>
                  <a:cubicBezTo>
                    <a:pt x="1667510" y="1460500"/>
                    <a:pt x="1668780" y="1455420"/>
                    <a:pt x="1668780" y="1455420"/>
                  </a:cubicBezTo>
                  <a:cubicBezTo>
                    <a:pt x="1668780" y="1455420"/>
                    <a:pt x="1670050" y="1450340"/>
                    <a:pt x="1671320" y="1447800"/>
                  </a:cubicBezTo>
                  <a:cubicBezTo>
                    <a:pt x="1671320" y="1445260"/>
                    <a:pt x="1673860" y="1441450"/>
                    <a:pt x="1673860" y="1441450"/>
                  </a:cubicBezTo>
                  <a:cubicBezTo>
                    <a:pt x="1673860" y="1441450"/>
                    <a:pt x="1704340" y="1409700"/>
                    <a:pt x="1700530" y="1403350"/>
                  </a:cubicBezTo>
                  <a:cubicBezTo>
                    <a:pt x="1695450" y="1393190"/>
                    <a:pt x="1642110" y="1414780"/>
                    <a:pt x="1621790" y="1402080"/>
                  </a:cubicBezTo>
                  <a:cubicBezTo>
                    <a:pt x="1598930" y="1389380"/>
                    <a:pt x="1588770" y="1346200"/>
                    <a:pt x="1574800" y="1318260"/>
                  </a:cubicBezTo>
                  <a:cubicBezTo>
                    <a:pt x="1562100" y="1294130"/>
                    <a:pt x="1554480" y="1272540"/>
                    <a:pt x="1543050" y="1245870"/>
                  </a:cubicBezTo>
                  <a:cubicBezTo>
                    <a:pt x="1527810" y="1212850"/>
                    <a:pt x="1507490" y="1172210"/>
                    <a:pt x="1492250" y="1137920"/>
                  </a:cubicBezTo>
                  <a:cubicBezTo>
                    <a:pt x="1478280" y="1106170"/>
                    <a:pt x="1470660" y="1074420"/>
                    <a:pt x="1454150" y="1046480"/>
                  </a:cubicBezTo>
                  <a:cubicBezTo>
                    <a:pt x="1438910" y="1018540"/>
                    <a:pt x="1413510" y="996950"/>
                    <a:pt x="1393190" y="969010"/>
                  </a:cubicBezTo>
                  <a:cubicBezTo>
                    <a:pt x="1372870" y="938530"/>
                    <a:pt x="1350010" y="901700"/>
                    <a:pt x="1332230" y="868680"/>
                  </a:cubicBezTo>
                  <a:cubicBezTo>
                    <a:pt x="1316990" y="839470"/>
                    <a:pt x="1309370" y="805180"/>
                    <a:pt x="1290320" y="782320"/>
                  </a:cubicBezTo>
                  <a:cubicBezTo>
                    <a:pt x="1272540" y="759460"/>
                    <a:pt x="1247140" y="741680"/>
                    <a:pt x="1221740" y="727710"/>
                  </a:cubicBezTo>
                  <a:cubicBezTo>
                    <a:pt x="1198880" y="713740"/>
                    <a:pt x="1172210" y="703580"/>
                    <a:pt x="1146810" y="698500"/>
                  </a:cubicBezTo>
                  <a:cubicBezTo>
                    <a:pt x="1120140" y="693420"/>
                    <a:pt x="1094740" y="693420"/>
                    <a:pt x="1065530" y="697230"/>
                  </a:cubicBezTo>
                  <a:cubicBezTo>
                    <a:pt x="1028700" y="701040"/>
                    <a:pt x="985520" y="709930"/>
                    <a:pt x="944880" y="725170"/>
                  </a:cubicBezTo>
                  <a:cubicBezTo>
                    <a:pt x="896620" y="744220"/>
                    <a:pt x="834390" y="781050"/>
                    <a:pt x="795020" y="806450"/>
                  </a:cubicBezTo>
                  <a:cubicBezTo>
                    <a:pt x="769620" y="822960"/>
                    <a:pt x="756920" y="839470"/>
                    <a:pt x="732790" y="853440"/>
                  </a:cubicBezTo>
                  <a:cubicBezTo>
                    <a:pt x="703580" y="871220"/>
                    <a:pt x="664210" y="882650"/>
                    <a:pt x="629920" y="899160"/>
                  </a:cubicBezTo>
                  <a:cubicBezTo>
                    <a:pt x="595630" y="914400"/>
                    <a:pt x="561340" y="937260"/>
                    <a:pt x="529590" y="951230"/>
                  </a:cubicBezTo>
                  <a:cubicBezTo>
                    <a:pt x="500380" y="963930"/>
                    <a:pt x="477520" y="977900"/>
                    <a:pt x="445770" y="981710"/>
                  </a:cubicBezTo>
                  <a:cubicBezTo>
                    <a:pt x="406400" y="984250"/>
                    <a:pt x="337820" y="980440"/>
                    <a:pt x="309880" y="957580"/>
                  </a:cubicBezTo>
                  <a:cubicBezTo>
                    <a:pt x="288290" y="941070"/>
                    <a:pt x="280670" y="913130"/>
                    <a:pt x="278130" y="881380"/>
                  </a:cubicBezTo>
                  <a:cubicBezTo>
                    <a:pt x="273050" y="833120"/>
                    <a:pt x="299720" y="740410"/>
                    <a:pt x="320040" y="693420"/>
                  </a:cubicBezTo>
                  <a:cubicBezTo>
                    <a:pt x="334010" y="662940"/>
                    <a:pt x="355600" y="646430"/>
                    <a:pt x="370840" y="621030"/>
                  </a:cubicBezTo>
                  <a:cubicBezTo>
                    <a:pt x="386080" y="596900"/>
                    <a:pt x="398780" y="572770"/>
                    <a:pt x="414020" y="547370"/>
                  </a:cubicBezTo>
                  <a:cubicBezTo>
                    <a:pt x="429260" y="520700"/>
                    <a:pt x="443230" y="492760"/>
                    <a:pt x="462280" y="468630"/>
                  </a:cubicBezTo>
                  <a:cubicBezTo>
                    <a:pt x="482600" y="443230"/>
                    <a:pt x="515620" y="422910"/>
                    <a:pt x="534670" y="396240"/>
                  </a:cubicBezTo>
                  <a:cubicBezTo>
                    <a:pt x="552450" y="370840"/>
                    <a:pt x="580390" y="335280"/>
                    <a:pt x="574040" y="312420"/>
                  </a:cubicBezTo>
                  <a:cubicBezTo>
                    <a:pt x="566420" y="287020"/>
                    <a:pt x="500380" y="265430"/>
                    <a:pt x="478790" y="255270"/>
                  </a:cubicBezTo>
                  <a:cubicBezTo>
                    <a:pt x="467360" y="250190"/>
                    <a:pt x="455930" y="246380"/>
                    <a:pt x="453390" y="247650"/>
                  </a:cubicBezTo>
                  <a:cubicBezTo>
                    <a:pt x="452120" y="247650"/>
                    <a:pt x="452120" y="248920"/>
                    <a:pt x="450850" y="248920"/>
                  </a:cubicBezTo>
                  <a:cubicBezTo>
                    <a:pt x="450850" y="248920"/>
                    <a:pt x="445770" y="251460"/>
                    <a:pt x="443230" y="254000"/>
                  </a:cubicBezTo>
                  <a:cubicBezTo>
                    <a:pt x="440690" y="255270"/>
                    <a:pt x="434340" y="259080"/>
                    <a:pt x="434340" y="259080"/>
                  </a:cubicBezTo>
                  <a:cubicBezTo>
                    <a:pt x="434340" y="259080"/>
                    <a:pt x="427990" y="260350"/>
                    <a:pt x="425450" y="261620"/>
                  </a:cubicBezTo>
                  <a:cubicBezTo>
                    <a:pt x="421640" y="261620"/>
                    <a:pt x="415290" y="264160"/>
                    <a:pt x="415290" y="264160"/>
                  </a:cubicBezTo>
                  <a:cubicBezTo>
                    <a:pt x="415290" y="264160"/>
                    <a:pt x="408940" y="264160"/>
                    <a:pt x="405130" y="264160"/>
                  </a:cubicBezTo>
                  <a:cubicBezTo>
                    <a:pt x="402590" y="264160"/>
                    <a:pt x="396240" y="264160"/>
                    <a:pt x="396240" y="264160"/>
                  </a:cubicBezTo>
                  <a:cubicBezTo>
                    <a:pt x="396240" y="264160"/>
                    <a:pt x="389890" y="262890"/>
                    <a:pt x="386080" y="262890"/>
                  </a:cubicBezTo>
                  <a:cubicBezTo>
                    <a:pt x="383540" y="261620"/>
                    <a:pt x="377190" y="260350"/>
                    <a:pt x="377190" y="260350"/>
                  </a:cubicBezTo>
                  <a:cubicBezTo>
                    <a:pt x="375920" y="260350"/>
                    <a:pt x="369570" y="256540"/>
                    <a:pt x="368300" y="256540"/>
                  </a:cubicBezTo>
                  <a:cubicBezTo>
                    <a:pt x="367030" y="255270"/>
                    <a:pt x="367030" y="255270"/>
                    <a:pt x="367030" y="255270"/>
                  </a:cubicBezTo>
                  <a:cubicBezTo>
                    <a:pt x="364490" y="255270"/>
                    <a:pt x="346710" y="254000"/>
                    <a:pt x="331470" y="252730"/>
                  </a:cubicBezTo>
                  <a:cubicBezTo>
                    <a:pt x="308610" y="251460"/>
                    <a:pt x="273050" y="248920"/>
                    <a:pt x="243840" y="248920"/>
                  </a:cubicBezTo>
                  <a:cubicBezTo>
                    <a:pt x="214630" y="247650"/>
                    <a:pt x="165100" y="233680"/>
                    <a:pt x="156210" y="247650"/>
                  </a:cubicBezTo>
                  <a:cubicBezTo>
                    <a:pt x="146050" y="261620"/>
                    <a:pt x="177800" y="311150"/>
                    <a:pt x="191770" y="337820"/>
                  </a:cubicBezTo>
                  <a:cubicBezTo>
                    <a:pt x="203200" y="361950"/>
                    <a:pt x="217170" y="386080"/>
                    <a:pt x="229870" y="405130"/>
                  </a:cubicBezTo>
                  <a:cubicBezTo>
                    <a:pt x="240030" y="419100"/>
                    <a:pt x="252730" y="435610"/>
                    <a:pt x="260350" y="440690"/>
                  </a:cubicBezTo>
                  <a:cubicBezTo>
                    <a:pt x="264160" y="441960"/>
                    <a:pt x="266700" y="441960"/>
                    <a:pt x="269240" y="443230"/>
                  </a:cubicBezTo>
                  <a:cubicBezTo>
                    <a:pt x="273050" y="443230"/>
                    <a:pt x="276860" y="443230"/>
                    <a:pt x="278130" y="444500"/>
                  </a:cubicBezTo>
                  <a:cubicBezTo>
                    <a:pt x="280670" y="445770"/>
                    <a:pt x="280670" y="445770"/>
                    <a:pt x="283210" y="447040"/>
                  </a:cubicBezTo>
                  <a:cubicBezTo>
                    <a:pt x="284480" y="447040"/>
                    <a:pt x="285750" y="447040"/>
                    <a:pt x="287020" y="448310"/>
                  </a:cubicBezTo>
                  <a:cubicBezTo>
                    <a:pt x="289560" y="449580"/>
                    <a:pt x="292100" y="452120"/>
                    <a:pt x="294640" y="453390"/>
                  </a:cubicBezTo>
                  <a:cubicBezTo>
                    <a:pt x="297180" y="454660"/>
                    <a:pt x="300990" y="455930"/>
                    <a:pt x="302260" y="458470"/>
                  </a:cubicBezTo>
                  <a:cubicBezTo>
                    <a:pt x="303530" y="459740"/>
                    <a:pt x="304800" y="461010"/>
                    <a:pt x="306070" y="461010"/>
                  </a:cubicBezTo>
                  <a:cubicBezTo>
                    <a:pt x="306070" y="462280"/>
                    <a:pt x="308610" y="462280"/>
                    <a:pt x="309880" y="463550"/>
                  </a:cubicBezTo>
                  <a:cubicBezTo>
                    <a:pt x="311150" y="466090"/>
                    <a:pt x="312420" y="468630"/>
                    <a:pt x="314960" y="471170"/>
                  </a:cubicBezTo>
                  <a:cubicBezTo>
                    <a:pt x="316230" y="473710"/>
                    <a:pt x="320040" y="476250"/>
                    <a:pt x="321310" y="478790"/>
                  </a:cubicBezTo>
                  <a:cubicBezTo>
                    <a:pt x="321310" y="480060"/>
                    <a:pt x="321310" y="481330"/>
                    <a:pt x="322580" y="482600"/>
                  </a:cubicBezTo>
                  <a:cubicBezTo>
                    <a:pt x="323850" y="483870"/>
                    <a:pt x="325120" y="485140"/>
                    <a:pt x="325120" y="486410"/>
                  </a:cubicBezTo>
                  <a:cubicBezTo>
                    <a:pt x="326390" y="488950"/>
                    <a:pt x="326390" y="492760"/>
                    <a:pt x="327660" y="495300"/>
                  </a:cubicBezTo>
                  <a:cubicBezTo>
                    <a:pt x="328930" y="497840"/>
                    <a:pt x="331470" y="501650"/>
                    <a:pt x="331470" y="504190"/>
                  </a:cubicBezTo>
                  <a:cubicBezTo>
                    <a:pt x="331470" y="505460"/>
                    <a:pt x="331470" y="506730"/>
                    <a:pt x="331470" y="508000"/>
                  </a:cubicBezTo>
                  <a:cubicBezTo>
                    <a:pt x="332740" y="509270"/>
                    <a:pt x="332740" y="510540"/>
                    <a:pt x="332740" y="513080"/>
                  </a:cubicBezTo>
                  <a:cubicBezTo>
                    <a:pt x="334010" y="515620"/>
                    <a:pt x="332740" y="518160"/>
                    <a:pt x="332740" y="521970"/>
                  </a:cubicBezTo>
                  <a:cubicBezTo>
                    <a:pt x="332740" y="524510"/>
                    <a:pt x="334010" y="528320"/>
                    <a:pt x="334010" y="530860"/>
                  </a:cubicBezTo>
                  <a:cubicBezTo>
                    <a:pt x="334010" y="532130"/>
                    <a:pt x="332740" y="533400"/>
                    <a:pt x="332740" y="535940"/>
                  </a:cubicBezTo>
                  <a:cubicBezTo>
                    <a:pt x="332740" y="537210"/>
                    <a:pt x="332740" y="538480"/>
                    <a:pt x="332740" y="539750"/>
                  </a:cubicBezTo>
                  <a:cubicBezTo>
                    <a:pt x="332740" y="542290"/>
                    <a:pt x="330200" y="546100"/>
                    <a:pt x="328930" y="548640"/>
                  </a:cubicBezTo>
                  <a:cubicBezTo>
                    <a:pt x="328930" y="551180"/>
                    <a:pt x="327660" y="554990"/>
                    <a:pt x="327660" y="557530"/>
                  </a:cubicBezTo>
                  <a:cubicBezTo>
                    <a:pt x="326390" y="558800"/>
                    <a:pt x="325120" y="560070"/>
                    <a:pt x="325120" y="561340"/>
                  </a:cubicBezTo>
                  <a:cubicBezTo>
                    <a:pt x="323850" y="562610"/>
                    <a:pt x="323850" y="563880"/>
                    <a:pt x="323850" y="565150"/>
                  </a:cubicBezTo>
                  <a:cubicBezTo>
                    <a:pt x="322580" y="567690"/>
                    <a:pt x="318770" y="570230"/>
                    <a:pt x="317500" y="572770"/>
                  </a:cubicBezTo>
                  <a:cubicBezTo>
                    <a:pt x="316230" y="575310"/>
                    <a:pt x="313690" y="579120"/>
                    <a:pt x="312420" y="580390"/>
                  </a:cubicBezTo>
                  <a:cubicBezTo>
                    <a:pt x="311150" y="581660"/>
                    <a:pt x="309880" y="582930"/>
                    <a:pt x="308610" y="582930"/>
                  </a:cubicBezTo>
                  <a:cubicBezTo>
                    <a:pt x="307340" y="584200"/>
                    <a:pt x="307340" y="585470"/>
                    <a:pt x="306070" y="586740"/>
                  </a:cubicBezTo>
                  <a:cubicBezTo>
                    <a:pt x="304800" y="589280"/>
                    <a:pt x="300990" y="590550"/>
                    <a:pt x="298450" y="591820"/>
                  </a:cubicBezTo>
                  <a:cubicBezTo>
                    <a:pt x="295910" y="594360"/>
                    <a:pt x="293370" y="596900"/>
                    <a:pt x="290830" y="598170"/>
                  </a:cubicBezTo>
                  <a:cubicBezTo>
                    <a:pt x="289560" y="598170"/>
                    <a:pt x="288290" y="598170"/>
                    <a:pt x="287020" y="599440"/>
                  </a:cubicBezTo>
                  <a:cubicBezTo>
                    <a:pt x="285750" y="599440"/>
                    <a:pt x="284480" y="600710"/>
                    <a:pt x="283210" y="601980"/>
                  </a:cubicBezTo>
                  <a:cubicBezTo>
                    <a:pt x="280670" y="603250"/>
                    <a:pt x="276860" y="603250"/>
                    <a:pt x="274320" y="604520"/>
                  </a:cubicBezTo>
                  <a:cubicBezTo>
                    <a:pt x="271780" y="604520"/>
                    <a:pt x="267970" y="607060"/>
                    <a:pt x="265430" y="607060"/>
                  </a:cubicBezTo>
                  <a:cubicBezTo>
                    <a:pt x="264160" y="607060"/>
                    <a:pt x="262890" y="607060"/>
                    <a:pt x="260350" y="607060"/>
                  </a:cubicBezTo>
                  <a:cubicBezTo>
                    <a:pt x="259080" y="607060"/>
                    <a:pt x="257810" y="608330"/>
                    <a:pt x="256540" y="608330"/>
                  </a:cubicBezTo>
                  <a:cubicBezTo>
                    <a:pt x="254000" y="608330"/>
                    <a:pt x="250190" y="608330"/>
                    <a:pt x="247650" y="607060"/>
                  </a:cubicBezTo>
                  <a:cubicBezTo>
                    <a:pt x="243840" y="607060"/>
                    <a:pt x="240030" y="608330"/>
                    <a:pt x="238760" y="608330"/>
                  </a:cubicBezTo>
                  <a:cubicBezTo>
                    <a:pt x="237490" y="607060"/>
                    <a:pt x="237490" y="607060"/>
                    <a:pt x="236220" y="607060"/>
                  </a:cubicBezTo>
                  <a:cubicBezTo>
                    <a:pt x="234950" y="605790"/>
                    <a:pt x="232410" y="607060"/>
                    <a:pt x="228600" y="605790"/>
                  </a:cubicBezTo>
                  <a:cubicBezTo>
                    <a:pt x="223520" y="604520"/>
                    <a:pt x="210820" y="599440"/>
                    <a:pt x="204470" y="595630"/>
                  </a:cubicBezTo>
                  <a:cubicBezTo>
                    <a:pt x="198120" y="591820"/>
                    <a:pt x="195580" y="586740"/>
                    <a:pt x="187960" y="581660"/>
                  </a:cubicBezTo>
                  <a:cubicBezTo>
                    <a:pt x="171450" y="570230"/>
                    <a:pt x="123190" y="557530"/>
                    <a:pt x="101600" y="535940"/>
                  </a:cubicBezTo>
                  <a:cubicBezTo>
                    <a:pt x="82550" y="514350"/>
                    <a:pt x="76200" y="483870"/>
                    <a:pt x="62230" y="455930"/>
                  </a:cubicBezTo>
                  <a:cubicBezTo>
                    <a:pt x="48260" y="426720"/>
                    <a:pt x="29210" y="397510"/>
                    <a:pt x="19050" y="365760"/>
                  </a:cubicBezTo>
                  <a:cubicBezTo>
                    <a:pt x="7620" y="331470"/>
                    <a:pt x="0" y="255270"/>
                    <a:pt x="0" y="255270"/>
                  </a:cubicBezTo>
                  <a:moveTo>
                    <a:pt x="946150" y="1470660"/>
                  </a:moveTo>
                  <a:cubicBezTo>
                    <a:pt x="991870" y="1488440"/>
                    <a:pt x="1140460" y="1532890"/>
                    <a:pt x="1187450" y="1546860"/>
                  </a:cubicBezTo>
                  <a:cubicBezTo>
                    <a:pt x="1210310" y="1554480"/>
                    <a:pt x="1233170" y="1562100"/>
                    <a:pt x="1236980" y="1560830"/>
                  </a:cubicBezTo>
                  <a:cubicBezTo>
                    <a:pt x="1236980" y="1560830"/>
                    <a:pt x="1236980" y="1560830"/>
                    <a:pt x="1236980" y="1559560"/>
                  </a:cubicBezTo>
                  <a:cubicBezTo>
                    <a:pt x="1238250" y="1558290"/>
                    <a:pt x="1240790" y="1553210"/>
                    <a:pt x="1240790" y="1551940"/>
                  </a:cubicBezTo>
                  <a:cubicBezTo>
                    <a:pt x="1240790" y="1551940"/>
                    <a:pt x="1244600" y="1548130"/>
                    <a:pt x="1245870" y="1546860"/>
                  </a:cubicBezTo>
                  <a:cubicBezTo>
                    <a:pt x="1247140" y="1544320"/>
                    <a:pt x="1250950" y="1543050"/>
                    <a:pt x="1250950" y="1540510"/>
                  </a:cubicBezTo>
                  <a:cubicBezTo>
                    <a:pt x="1247140" y="1530350"/>
                    <a:pt x="1107440" y="1510030"/>
                    <a:pt x="1051560" y="1497330"/>
                  </a:cubicBezTo>
                  <a:cubicBezTo>
                    <a:pt x="1010920" y="1487170"/>
                    <a:pt x="946150" y="1470660"/>
                    <a:pt x="946150" y="1470660"/>
                  </a:cubicBezTo>
                  <a:moveTo>
                    <a:pt x="1090930" y="1668780"/>
                  </a:moveTo>
                  <a:cubicBezTo>
                    <a:pt x="1200150" y="1729740"/>
                    <a:pt x="1303020" y="1704340"/>
                    <a:pt x="1311910" y="1704340"/>
                  </a:cubicBezTo>
                  <a:cubicBezTo>
                    <a:pt x="1313180" y="1704340"/>
                    <a:pt x="1313180" y="1704340"/>
                    <a:pt x="1313180" y="1704340"/>
                  </a:cubicBezTo>
                  <a:cubicBezTo>
                    <a:pt x="1313180" y="1703070"/>
                    <a:pt x="1285240" y="1695450"/>
                    <a:pt x="1277620" y="1694180"/>
                  </a:cubicBezTo>
                  <a:cubicBezTo>
                    <a:pt x="1275080" y="1692910"/>
                    <a:pt x="1275080" y="1694180"/>
                    <a:pt x="1272540" y="1692910"/>
                  </a:cubicBezTo>
                  <a:cubicBezTo>
                    <a:pt x="1254760" y="1691640"/>
                    <a:pt x="1130300" y="1677670"/>
                    <a:pt x="1104900" y="1672590"/>
                  </a:cubicBezTo>
                  <a:cubicBezTo>
                    <a:pt x="1097280" y="1671320"/>
                    <a:pt x="1090930" y="1668780"/>
                    <a:pt x="1090930" y="1668780"/>
                  </a:cubicBezTo>
                  <a:moveTo>
                    <a:pt x="1817370" y="1471930"/>
                  </a:moveTo>
                  <a:cubicBezTo>
                    <a:pt x="1847850" y="1479550"/>
                    <a:pt x="1883410" y="1485900"/>
                    <a:pt x="1897380" y="1489710"/>
                  </a:cubicBezTo>
                  <a:cubicBezTo>
                    <a:pt x="1905000" y="1490980"/>
                    <a:pt x="1906270" y="1493520"/>
                    <a:pt x="1913890" y="1493520"/>
                  </a:cubicBezTo>
                  <a:cubicBezTo>
                    <a:pt x="1929130" y="1497330"/>
                    <a:pt x="1985010" y="1501140"/>
                    <a:pt x="1987550" y="1497330"/>
                  </a:cubicBezTo>
                  <a:cubicBezTo>
                    <a:pt x="1988820" y="1497330"/>
                    <a:pt x="1987550" y="1496060"/>
                    <a:pt x="1987550" y="1496060"/>
                  </a:cubicBezTo>
                  <a:cubicBezTo>
                    <a:pt x="1987550" y="1494790"/>
                    <a:pt x="1987550" y="1489710"/>
                    <a:pt x="1988820" y="1485900"/>
                  </a:cubicBezTo>
                  <a:cubicBezTo>
                    <a:pt x="1988820" y="1483360"/>
                    <a:pt x="1988820" y="1478280"/>
                    <a:pt x="1988820" y="1477010"/>
                  </a:cubicBezTo>
                  <a:cubicBezTo>
                    <a:pt x="1988820" y="1477010"/>
                    <a:pt x="1991360" y="1471930"/>
                    <a:pt x="1991360" y="1469390"/>
                  </a:cubicBezTo>
                  <a:cubicBezTo>
                    <a:pt x="1992630" y="1465580"/>
                    <a:pt x="1995170" y="1460500"/>
                    <a:pt x="1995170" y="1460500"/>
                  </a:cubicBezTo>
                  <a:cubicBezTo>
                    <a:pt x="1995170" y="1460500"/>
                    <a:pt x="1997710" y="1455420"/>
                    <a:pt x="2000250" y="1452880"/>
                  </a:cubicBezTo>
                  <a:cubicBezTo>
                    <a:pt x="2001520" y="1450340"/>
                    <a:pt x="2004060" y="1445260"/>
                    <a:pt x="2004060" y="1445260"/>
                  </a:cubicBezTo>
                  <a:cubicBezTo>
                    <a:pt x="2004060" y="1445260"/>
                    <a:pt x="2014220" y="1418590"/>
                    <a:pt x="2011680" y="1416050"/>
                  </a:cubicBezTo>
                  <a:cubicBezTo>
                    <a:pt x="2010410" y="1414780"/>
                    <a:pt x="2006600" y="1417320"/>
                    <a:pt x="2004060" y="1417320"/>
                  </a:cubicBezTo>
                  <a:cubicBezTo>
                    <a:pt x="2001520" y="1418590"/>
                    <a:pt x="1997710" y="1418590"/>
                    <a:pt x="1996440" y="1418590"/>
                  </a:cubicBezTo>
                  <a:cubicBezTo>
                    <a:pt x="1996440" y="1418590"/>
                    <a:pt x="1992630" y="1418590"/>
                    <a:pt x="1990090" y="1418590"/>
                  </a:cubicBezTo>
                  <a:cubicBezTo>
                    <a:pt x="1987550" y="1418590"/>
                    <a:pt x="1982470" y="1418590"/>
                    <a:pt x="1982470" y="1418590"/>
                  </a:cubicBezTo>
                  <a:cubicBezTo>
                    <a:pt x="1982470" y="1418590"/>
                    <a:pt x="1977390" y="1417320"/>
                    <a:pt x="1974850" y="1416050"/>
                  </a:cubicBezTo>
                  <a:cubicBezTo>
                    <a:pt x="1972310" y="1414780"/>
                    <a:pt x="1968500" y="1413510"/>
                    <a:pt x="1968500" y="1413510"/>
                  </a:cubicBezTo>
                  <a:cubicBezTo>
                    <a:pt x="1968500" y="1413510"/>
                    <a:pt x="1963420" y="1410970"/>
                    <a:pt x="1962150" y="1409700"/>
                  </a:cubicBezTo>
                  <a:cubicBezTo>
                    <a:pt x="1959610" y="1408430"/>
                    <a:pt x="1955800" y="1405890"/>
                    <a:pt x="1955800" y="1405890"/>
                  </a:cubicBezTo>
                  <a:cubicBezTo>
                    <a:pt x="1955800" y="1405890"/>
                    <a:pt x="1951990" y="1403350"/>
                    <a:pt x="1950720" y="1400810"/>
                  </a:cubicBezTo>
                  <a:cubicBezTo>
                    <a:pt x="1948180" y="1399540"/>
                    <a:pt x="1945640" y="1395730"/>
                    <a:pt x="1944370" y="1395730"/>
                  </a:cubicBezTo>
                  <a:cubicBezTo>
                    <a:pt x="1944370" y="1395730"/>
                    <a:pt x="1941830" y="1391920"/>
                    <a:pt x="1940560" y="1389380"/>
                  </a:cubicBezTo>
                  <a:cubicBezTo>
                    <a:pt x="1939290" y="1386840"/>
                    <a:pt x="1936750" y="1383030"/>
                    <a:pt x="1936750" y="1383030"/>
                  </a:cubicBezTo>
                  <a:cubicBezTo>
                    <a:pt x="1936750" y="1383030"/>
                    <a:pt x="1935480" y="1377950"/>
                    <a:pt x="1935480" y="1376680"/>
                  </a:cubicBezTo>
                  <a:cubicBezTo>
                    <a:pt x="1934210" y="1374140"/>
                    <a:pt x="1932940" y="1369060"/>
                    <a:pt x="1932940" y="1369060"/>
                  </a:cubicBezTo>
                  <a:cubicBezTo>
                    <a:pt x="1932940" y="1369060"/>
                    <a:pt x="1932940" y="1365250"/>
                    <a:pt x="1932940" y="1365250"/>
                  </a:cubicBezTo>
                  <a:cubicBezTo>
                    <a:pt x="1931670" y="1365250"/>
                    <a:pt x="1930400" y="1370330"/>
                    <a:pt x="1926590" y="1374140"/>
                  </a:cubicBezTo>
                  <a:cubicBezTo>
                    <a:pt x="1912620" y="1390650"/>
                    <a:pt x="1817370" y="1471930"/>
                    <a:pt x="1817370" y="1471930"/>
                  </a:cubicBezTo>
                  <a:moveTo>
                    <a:pt x="2105660" y="2219960"/>
                  </a:moveTo>
                  <a:cubicBezTo>
                    <a:pt x="2184400" y="2256790"/>
                    <a:pt x="2293620" y="2310130"/>
                    <a:pt x="2359660" y="2335530"/>
                  </a:cubicBezTo>
                  <a:cubicBezTo>
                    <a:pt x="2411730" y="2354580"/>
                    <a:pt x="2503170" y="2382520"/>
                    <a:pt x="2504440" y="2377440"/>
                  </a:cubicBezTo>
                  <a:cubicBezTo>
                    <a:pt x="2506980" y="2373630"/>
                    <a:pt x="2448560" y="2341880"/>
                    <a:pt x="2410460" y="2325370"/>
                  </a:cubicBezTo>
                  <a:cubicBezTo>
                    <a:pt x="2358390" y="2302510"/>
                    <a:pt x="2274570" y="2278380"/>
                    <a:pt x="2218690" y="2259330"/>
                  </a:cubicBezTo>
                  <a:cubicBezTo>
                    <a:pt x="2176780" y="2244090"/>
                    <a:pt x="2105660" y="2219960"/>
                    <a:pt x="2105660" y="2219960"/>
                  </a:cubicBezTo>
                  <a:moveTo>
                    <a:pt x="2148840" y="1518920"/>
                  </a:moveTo>
                  <a:cubicBezTo>
                    <a:pt x="2176780" y="1522730"/>
                    <a:pt x="2186940" y="1522730"/>
                    <a:pt x="2192020" y="1521460"/>
                  </a:cubicBezTo>
                  <a:cubicBezTo>
                    <a:pt x="2195830" y="1520190"/>
                    <a:pt x="2199640" y="1517650"/>
                    <a:pt x="2199640" y="1516380"/>
                  </a:cubicBezTo>
                  <a:cubicBezTo>
                    <a:pt x="2199640" y="1513840"/>
                    <a:pt x="2197100" y="1511300"/>
                    <a:pt x="2195830" y="1508760"/>
                  </a:cubicBezTo>
                  <a:cubicBezTo>
                    <a:pt x="2194560" y="1507490"/>
                    <a:pt x="2192020" y="1502410"/>
                    <a:pt x="2192020" y="1502410"/>
                  </a:cubicBezTo>
                  <a:cubicBezTo>
                    <a:pt x="2192020" y="1502410"/>
                    <a:pt x="2190750" y="1497330"/>
                    <a:pt x="2189480" y="1494790"/>
                  </a:cubicBezTo>
                  <a:cubicBezTo>
                    <a:pt x="2188210" y="1492250"/>
                    <a:pt x="2189480" y="1489710"/>
                    <a:pt x="2186940" y="1487170"/>
                  </a:cubicBezTo>
                  <a:cubicBezTo>
                    <a:pt x="2184400" y="1485900"/>
                    <a:pt x="2178050" y="1484630"/>
                    <a:pt x="2172970" y="1485900"/>
                  </a:cubicBezTo>
                  <a:cubicBezTo>
                    <a:pt x="2165350" y="1489710"/>
                    <a:pt x="2148840" y="1518920"/>
                    <a:pt x="2148840" y="1518920"/>
                  </a:cubicBezTo>
                  <a:moveTo>
                    <a:pt x="2451100" y="1992630"/>
                  </a:moveTo>
                  <a:cubicBezTo>
                    <a:pt x="2482850" y="1997710"/>
                    <a:pt x="2594610" y="2005330"/>
                    <a:pt x="2658110" y="2007870"/>
                  </a:cubicBezTo>
                  <a:cubicBezTo>
                    <a:pt x="2717800" y="2010410"/>
                    <a:pt x="2830830" y="2019300"/>
                    <a:pt x="2832100" y="2012950"/>
                  </a:cubicBezTo>
                  <a:cubicBezTo>
                    <a:pt x="2832100" y="2007870"/>
                    <a:pt x="2747010" y="1990090"/>
                    <a:pt x="2715260" y="1982470"/>
                  </a:cubicBezTo>
                  <a:cubicBezTo>
                    <a:pt x="2694940" y="1978660"/>
                    <a:pt x="2686050" y="1973580"/>
                    <a:pt x="2665730" y="1972310"/>
                  </a:cubicBezTo>
                  <a:cubicBezTo>
                    <a:pt x="2635250" y="1971040"/>
                    <a:pt x="2588260" y="1982470"/>
                    <a:pt x="2551430" y="1985010"/>
                  </a:cubicBezTo>
                  <a:cubicBezTo>
                    <a:pt x="2517140" y="1988820"/>
                    <a:pt x="2451100" y="1992630"/>
                    <a:pt x="2451100" y="1992630"/>
                  </a:cubicBezTo>
                  <a:moveTo>
                    <a:pt x="2557780" y="1377950"/>
                  </a:moveTo>
                  <a:cubicBezTo>
                    <a:pt x="2579370" y="1375410"/>
                    <a:pt x="2573020" y="1358900"/>
                    <a:pt x="2573020" y="1355090"/>
                  </a:cubicBezTo>
                  <a:cubicBezTo>
                    <a:pt x="2573020" y="1353820"/>
                    <a:pt x="2574290" y="1351280"/>
                    <a:pt x="2574290" y="1351280"/>
                  </a:cubicBezTo>
                  <a:cubicBezTo>
                    <a:pt x="2573020" y="1351280"/>
                    <a:pt x="2557780" y="1377950"/>
                    <a:pt x="2557780" y="1377950"/>
                  </a:cubicBezTo>
                  <a:moveTo>
                    <a:pt x="2731770" y="1390650"/>
                  </a:moveTo>
                  <a:cubicBezTo>
                    <a:pt x="2839720" y="1399540"/>
                    <a:pt x="2839720" y="1399540"/>
                    <a:pt x="2839720" y="1397000"/>
                  </a:cubicBezTo>
                  <a:cubicBezTo>
                    <a:pt x="2838450" y="1386840"/>
                    <a:pt x="2842260" y="1304290"/>
                    <a:pt x="2835910" y="1301750"/>
                  </a:cubicBezTo>
                  <a:cubicBezTo>
                    <a:pt x="2832100" y="1300480"/>
                    <a:pt x="2821940" y="1318260"/>
                    <a:pt x="2818130" y="1324610"/>
                  </a:cubicBezTo>
                  <a:cubicBezTo>
                    <a:pt x="2815590" y="1327150"/>
                    <a:pt x="2815590" y="1329690"/>
                    <a:pt x="2814320" y="1332230"/>
                  </a:cubicBezTo>
                  <a:cubicBezTo>
                    <a:pt x="2813050" y="1334770"/>
                    <a:pt x="2810510" y="1339850"/>
                    <a:pt x="2810510" y="1339850"/>
                  </a:cubicBezTo>
                  <a:cubicBezTo>
                    <a:pt x="2810510" y="1339850"/>
                    <a:pt x="2806700" y="1343660"/>
                    <a:pt x="2804160" y="1346200"/>
                  </a:cubicBezTo>
                  <a:cubicBezTo>
                    <a:pt x="2802890" y="1348740"/>
                    <a:pt x="2799080" y="1352550"/>
                    <a:pt x="2799080" y="1352550"/>
                  </a:cubicBezTo>
                  <a:cubicBezTo>
                    <a:pt x="2799080" y="1352550"/>
                    <a:pt x="2794000" y="1356360"/>
                    <a:pt x="2791460" y="1357630"/>
                  </a:cubicBezTo>
                  <a:cubicBezTo>
                    <a:pt x="2790190" y="1360170"/>
                    <a:pt x="2785110" y="1362710"/>
                    <a:pt x="2785110" y="1362710"/>
                  </a:cubicBezTo>
                  <a:cubicBezTo>
                    <a:pt x="2785110" y="1362710"/>
                    <a:pt x="2780030" y="1365250"/>
                    <a:pt x="2777490" y="1366520"/>
                  </a:cubicBezTo>
                  <a:cubicBezTo>
                    <a:pt x="2773680" y="1367790"/>
                    <a:pt x="2768600" y="1369060"/>
                    <a:pt x="2768600" y="1369060"/>
                  </a:cubicBezTo>
                  <a:cubicBezTo>
                    <a:pt x="2768600" y="1369060"/>
                    <a:pt x="2763520" y="1370330"/>
                    <a:pt x="2759710" y="1370330"/>
                  </a:cubicBezTo>
                  <a:cubicBezTo>
                    <a:pt x="2757170" y="1371600"/>
                    <a:pt x="2752090" y="1371600"/>
                    <a:pt x="2752090" y="1371600"/>
                  </a:cubicBezTo>
                  <a:cubicBezTo>
                    <a:pt x="2752090" y="1371600"/>
                    <a:pt x="2745740" y="1371600"/>
                    <a:pt x="2743200" y="1370330"/>
                  </a:cubicBezTo>
                  <a:cubicBezTo>
                    <a:pt x="2741930" y="1370330"/>
                    <a:pt x="2741930" y="1370330"/>
                    <a:pt x="2740660" y="1370330"/>
                  </a:cubicBezTo>
                  <a:cubicBezTo>
                    <a:pt x="2738120" y="1371600"/>
                    <a:pt x="2731770" y="1390650"/>
                    <a:pt x="2731770" y="1390650"/>
                  </a:cubicBezTo>
                  <a:moveTo>
                    <a:pt x="2946400" y="1140460"/>
                  </a:moveTo>
                  <a:cubicBezTo>
                    <a:pt x="2951480" y="1223010"/>
                    <a:pt x="2951480" y="1240790"/>
                    <a:pt x="2952750" y="1240790"/>
                  </a:cubicBezTo>
                  <a:cubicBezTo>
                    <a:pt x="2954020" y="1240790"/>
                    <a:pt x="2959100" y="1181100"/>
                    <a:pt x="2964180" y="1160780"/>
                  </a:cubicBezTo>
                  <a:cubicBezTo>
                    <a:pt x="2966720" y="1146810"/>
                    <a:pt x="2970530" y="1139190"/>
                    <a:pt x="2971800" y="1127760"/>
                  </a:cubicBezTo>
                  <a:cubicBezTo>
                    <a:pt x="2973070" y="1117600"/>
                    <a:pt x="2976880" y="1098550"/>
                    <a:pt x="2973070" y="1097280"/>
                  </a:cubicBezTo>
                  <a:cubicBezTo>
                    <a:pt x="2970530" y="1096010"/>
                    <a:pt x="2946400" y="1140460"/>
                    <a:pt x="2946400" y="1140460"/>
                  </a:cubicBezTo>
                  <a:moveTo>
                    <a:pt x="3130550" y="1400810"/>
                  </a:moveTo>
                  <a:cubicBezTo>
                    <a:pt x="3134360" y="1399540"/>
                    <a:pt x="3134360" y="1399540"/>
                    <a:pt x="3134360" y="1399540"/>
                  </a:cubicBezTo>
                  <a:cubicBezTo>
                    <a:pt x="3134360" y="1399540"/>
                    <a:pt x="3139440" y="1399540"/>
                    <a:pt x="3141980" y="1399540"/>
                  </a:cubicBezTo>
                  <a:cubicBezTo>
                    <a:pt x="3144520" y="1399540"/>
                    <a:pt x="3149600" y="1398270"/>
                    <a:pt x="3149600" y="1398270"/>
                  </a:cubicBezTo>
                  <a:cubicBezTo>
                    <a:pt x="3149600" y="1398270"/>
                    <a:pt x="3154680" y="1399540"/>
                    <a:pt x="3157220" y="1399540"/>
                  </a:cubicBezTo>
                  <a:cubicBezTo>
                    <a:pt x="3159760" y="1399540"/>
                    <a:pt x="3164840" y="1400810"/>
                    <a:pt x="3164840" y="1400810"/>
                  </a:cubicBezTo>
                  <a:cubicBezTo>
                    <a:pt x="3164840" y="1400810"/>
                    <a:pt x="3211830" y="1422400"/>
                    <a:pt x="3215640" y="1417320"/>
                  </a:cubicBezTo>
                  <a:cubicBezTo>
                    <a:pt x="3221990" y="1409700"/>
                    <a:pt x="3167380" y="1322070"/>
                    <a:pt x="3154680" y="1324610"/>
                  </a:cubicBezTo>
                  <a:cubicBezTo>
                    <a:pt x="3147060" y="1325880"/>
                    <a:pt x="3145790" y="1356360"/>
                    <a:pt x="3140710" y="1370330"/>
                  </a:cubicBezTo>
                  <a:cubicBezTo>
                    <a:pt x="3136900" y="1381760"/>
                    <a:pt x="3130550" y="1400810"/>
                    <a:pt x="3130550" y="1400810"/>
                  </a:cubicBezTo>
                  <a:moveTo>
                    <a:pt x="3162300" y="2011680"/>
                  </a:moveTo>
                  <a:cubicBezTo>
                    <a:pt x="3271520" y="2004060"/>
                    <a:pt x="3318510" y="2011680"/>
                    <a:pt x="3322320" y="2002790"/>
                  </a:cubicBezTo>
                  <a:cubicBezTo>
                    <a:pt x="3326130" y="1992630"/>
                    <a:pt x="3282950" y="1964690"/>
                    <a:pt x="3275330" y="1950720"/>
                  </a:cubicBezTo>
                  <a:cubicBezTo>
                    <a:pt x="3271520" y="1941830"/>
                    <a:pt x="3276600" y="1931670"/>
                    <a:pt x="3272790" y="1927860"/>
                  </a:cubicBezTo>
                  <a:cubicBezTo>
                    <a:pt x="3270250" y="1925320"/>
                    <a:pt x="3266440" y="1925320"/>
                    <a:pt x="3260090" y="1924050"/>
                  </a:cubicBezTo>
                  <a:cubicBezTo>
                    <a:pt x="3243580" y="1922780"/>
                    <a:pt x="3164840" y="1924050"/>
                    <a:pt x="3162300" y="1930400"/>
                  </a:cubicBezTo>
                  <a:cubicBezTo>
                    <a:pt x="3161030" y="1931670"/>
                    <a:pt x="3166110" y="1935480"/>
                    <a:pt x="3166110" y="1935480"/>
                  </a:cubicBezTo>
                  <a:cubicBezTo>
                    <a:pt x="3166110" y="1935480"/>
                    <a:pt x="3168650" y="1940560"/>
                    <a:pt x="3169920" y="1941830"/>
                  </a:cubicBezTo>
                  <a:cubicBezTo>
                    <a:pt x="3171190" y="1944370"/>
                    <a:pt x="3173730" y="1949450"/>
                    <a:pt x="3173730" y="1949450"/>
                  </a:cubicBezTo>
                  <a:cubicBezTo>
                    <a:pt x="3173730" y="1949450"/>
                    <a:pt x="3175000" y="1954530"/>
                    <a:pt x="3175000" y="1957070"/>
                  </a:cubicBezTo>
                  <a:cubicBezTo>
                    <a:pt x="3175000" y="1959610"/>
                    <a:pt x="3176270" y="1964690"/>
                    <a:pt x="3176270" y="1964690"/>
                  </a:cubicBezTo>
                  <a:cubicBezTo>
                    <a:pt x="3176270" y="1964690"/>
                    <a:pt x="3176270" y="1969770"/>
                    <a:pt x="3176270" y="1972310"/>
                  </a:cubicBezTo>
                  <a:cubicBezTo>
                    <a:pt x="3176270" y="1976120"/>
                    <a:pt x="3176270" y="1981200"/>
                    <a:pt x="3176270" y="1981200"/>
                  </a:cubicBezTo>
                  <a:cubicBezTo>
                    <a:pt x="3176270" y="1981200"/>
                    <a:pt x="3175000" y="1986280"/>
                    <a:pt x="3173730" y="1988820"/>
                  </a:cubicBezTo>
                  <a:cubicBezTo>
                    <a:pt x="3172460" y="1991360"/>
                    <a:pt x="3171190" y="1996440"/>
                    <a:pt x="3171190" y="1996440"/>
                  </a:cubicBezTo>
                  <a:cubicBezTo>
                    <a:pt x="3171190" y="1996440"/>
                    <a:pt x="3168650" y="2000250"/>
                    <a:pt x="3167380" y="2002790"/>
                  </a:cubicBezTo>
                  <a:cubicBezTo>
                    <a:pt x="3166110" y="2005330"/>
                    <a:pt x="3163570" y="2009140"/>
                    <a:pt x="3163570" y="2009140"/>
                  </a:cubicBezTo>
                  <a:cubicBezTo>
                    <a:pt x="3163570" y="2009140"/>
                    <a:pt x="3162300" y="2011680"/>
                    <a:pt x="3162300" y="2011680"/>
                  </a:cubicBezTo>
                  <a:moveTo>
                    <a:pt x="3210560" y="1778000"/>
                  </a:moveTo>
                  <a:cubicBezTo>
                    <a:pt x="3276600" y="1795780"/>
                    <a:pt x="3276600" y="1795780"/>
                    <a:pt x="3276600" y="1795780"/>
                  </a:cubicBezTo>
                  <a:cubicBezTo>
                    <a:pt x="3276600" y="1794510"/>
                    <a:pt x="3275330" y="1793240"/>
                    <a:pt x="3275330" y="1791970"/>
                  </a:cubicBezTo>
                  <a:cubicBezTo>
                    <a:pt x="3274060" y="1790700"/>
                    <a:pt x="3272790" y="1784350"/>
                    <a:pt x="3271520" y="1784350"/>
                  </a:cubicBezTo>
                  <a:cubicBezTo>
                    <a:pt x="3271520" y="1784350"/>
                    <a:pt x="3272790" y="1780540"/>
                    <a:pt x="3271520" y="1779270"/>
                  </a:cubicBezTo>
                  <a:cubicBezTo>
                    <a:pt x="3266440" y="1774190"/>
                    <a:pt x="3210560" y="1778000"/>
                    <a:pt x="3210560" y="1778000"/>
                  </a:cubicBezTo>
                  <a:moveTo>
                    <a:pt x="3722370" y="1915160"/>
                  </a:moveTo>
                  <a:cubicBezTo>
                    <a:pt x="3822700" y="2025650"/>
                    <a:pt x="3863340" y="2044700"/>
                    <a:pt x="3896360" y="2066290"/>
                  </a:cubicBezTo>
                  <a:cubicBezTo>
                    <a:pt x="3928110" y="2087880"/>
                    <a:pt x="3957320" y="2108200"/>
                    <a:pt x="3986530" y="2128520"/>
                  </a:cubicBezTo>
                  <a:cubicBezTo>
                    <a:pt x="4014470" y="2147570"/>
                    <a:pt x="4057650" y="2190750"/>
                    <a:pt x="4067810" y="2185670"/>
                  </a:cubicBezTo>
                  <a:cubicBezTo>
                    <a:pt x="4072890" y="2183130"/>
                    <a:pt x="4066540" y="2166620"/>
                    <a:pt x="4066540" y="2152650"/>
                  </a:cubicBezTo>
                  <a:cubicBezTo>
                    <a:pt x="4064000" y="2124710"/>
                    <a:pt x="4061460" y="2068830"/>
                    <a:pt x="4055110" y="2033270"/>
                  </a:cubicBezTo>
                  <a:cubicBezTo>
                    <a:pt x="4048760" y="2002790"/>
                    <a:pt x="4034790" y="1963420"/>
                    <a:pt x="4030980" y="1949450"/>
                  </a:cubicBezTo>
                  <a:cubicBezTo>
                    <a:pt x="4028440" y="1944370"/>
                    <a:pt x="4028440" y="1940560"/>
                    <a:pt x="4027170" y="1939290"/>
                  </a:cubicBezTo>
                  <a:cubicBezTo>
                    <a:pt x="4025900" y="1939290"/>
                    <a:pt x="4024630" y="1941830"/>
                    <a:pt x="4024630" y="1941830"/>
                  </a:cubicBezTo>
                  <a:cubicBezTo>
                    <a:pt x="4024630" y="1941830"/>
                    <a:pt x="4019550" y="1945640"/>
                    <a:pt x="4017010" y="1946910"/>
                  </a:cubicBezTo>
                  <a:cubicBezTo>
                    <a:pt x="4014470" y="1948180"/>
                    <a:pt x="4009390" y="1950720"/>
                    <a:pt x="4009390" y="1950720"/>
                  </a:cubicBezTo>
                  <a:cubicBezTo>
                    <a:pt x="4009390" y="1950720"/>
                    <a:pt x="4003040" y="1951990"/>
                    <a:pt x="4000500" y="1953260"/>
                  </a:cubicBezTo>
                  <a:cubicBezTo>
                    <a:pt x="3997960" y="1954530"/>
                    <a:pt x="3991610" y="1955800"/>
                    <a:pt x="3991610" y="1955800"/>
                  </a:cubicBezTo>
                  <a:cubicBezTo>
                    <a:pt x="3991610" y="1955800"/>
                    <a:pt x="3986530" y="1955800"/>
                    <a:pt x="3982720" y="1955800"/>
                  </a:cubicBezTo>
                  <a:cubicBezTo>
                    <a:pt x="3980180" y="1955800"/>
                    <a:pt x="3973830" y="1955800"/>
                    <a:pt x="3973830" y="1955800"/>
                  </a:cubicBezTo>
                  <a:cubicBezTo>
                    <a:pt x="3973830" y="1955800"/>
                    <a:pt x="3968750" y="1954530"/>
                    <a:pt x="3966210" y="1954530"/>
                  </a:cubicBezTo>
                  <a:cubicBezTo>
                    <a:pt x="3962400" y="1953260"/>
                    <a:pt x="3957320" y="1951990"/>
                    <a:pt x="3957320" y="1951990"/>
                  </a:cubicBezTo>
                  <a:cubicBezTo>
                    <a:pt x="3957320" y="1951990"/>
                    <a:pt x="3952240" y="1949450"/>
                    <a:pt x="3948430" y="1948180"/>
                  </a:cubicBezTo>
                  <a:cubicBezTo>
                    <a:pt x="3945890" y="1946910"/>
                    <a:pt x="3940810" y="1944370"/>
                    <a:pt x="3940810" y="1944370"/>
                  </a:cubicBezTo>
                  <a:cubicBezTo>
                    <a:pt x="3940810" y="1944370"/>
                    <a:pt x="3937000" y="1940560"/>
                    <a:pt x="3934460" y="1939290"/>
                  </a:cubicBezTo>
                  <a:cubicBezTo>
                    <a:pt x="3931920" y="1936750"/>
                    <a:pt x="3928110" y="1932940"/>
                    <a:pt x="3928110" y="1932940"/>
                  </a:cubicBezTo>
                  <a:cubicBezTo>
                    <a:pt x="3926840" y="1932940"/>
                    <a:pt x="3923030" y="1926590"/>
                    <a:pt x="3919220" y="1925320"/>
                  </a:cubicBezTo>
                  <a:cubicBezTo>
                    <a:pt x="3916680" y="1924050"/>
                    <a:pt x="3915410" y="1925320"/>
                    <a:pt x="3911600" y="1925320"/>
                  </a:cubicBezTo>
                  <a:cubicBezTo>
                    <a:pt x="3896360" y="1924050"/>
                    <a:pt x="3845560" y="1920240"/>
                    <a:pt x="3813810" y="1918970"/>
                  </a:cubicBezTo>
                  <a:cubicBezTo>
                    <a:pt x="3782060" y="1916430"/>
                    <a:pt x="3722370" y="1915160"/>
                    <a:pt x="3722370" y="19151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841" y="644634"/>
            <a:ext cx="15709691" cy="8208314"/>
          </a:xfrm>
          <a:custGeom>
            <a:avLst/>
            <a:gdLst/>
            <a:ahLst/>
            <a:cxnLst/>
            <a:rect r="r" b="b" t="t" l="l"/>
            <a:pathLst>
              <a:path h="8208314" w="15709691">
                <a:moveTo>
                  <a:pt x="0" y="0"/>
                </a:moveTo>
                <a:lnTo>
                  <a:pt x="15709691" y="0"/>
                </a:lnTo>
                <a:lnTo>
                  <a:pt x="15709691" y="8208314"/>
                </a:lnTo>
                <a:lnTo>
                  <a:pt x="0" y="820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41841" y="680636"/>
            <a:ext cx="16321643" cy="7711976"/>
          </a:xfrm>
          <a:custGeom>
            <a:avLst/>
            <a:gdLst/>
            <a:ahLst/>
            <a:cxnLst/>
            <a:rect r="r" b="b" t="t" l="l"/>
            <a:pathLst>
              <a:path h="7711976" w="16321643">
                <a:moveTo>
                  <a:pt x="0" y="0"/>
                </a:moveTo>
                <a:lnTo>
                  <a:pt x="16321643" y="0"/>
                </a:lnTo>
                <a:lnTo>
                  <a:pt x="16321643" y="7711977"/>
                </a:lnTo>
                <a:lnTo>
                  <a:pt x="0" y="77119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97018" y="1166096"/>
            <a:ext cx="16990982" cy="7242406"/>
          </a:xfrm>
          <a:custGeom>
            <a:avLst/>
            <a:gdLst/>
            <a:ahLst/>
            <a:cxnLst/>
            <a:rect r="r" b="b" t="t" l="l"/>
            <a:pathLst>
              <a:path h="7242406" w="16990982">
                <a:moveTo>
                  <a:pt x="0" y="0"/>
                </a:moveTo>
                <a:lnTo>
                  <a:pt x="16990982" y="0"/>
                </a:lnTo>
                <a:lnTo>
                  <a:pt x="16990982" y="7242406"/>
                </a:lnTo>
                <a:lnTo>
                  <a:pt x="0" y="724240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317822"/>
            <a:ext cx="16368796" cy="6342909"/>
          </a:xfrm>
          <a:custGeom>
            <a:avLst/>
            <a:gdLst/>
            <a:ahLst/>
            <a:cxnLst/>
            <a:rect r="r" b="b" t="t" l="l"/>
            <a:pathLst>
              <a:path h="6342909" w="16368796">
                <a:moveTo>
                  <a:pt x="0" y="0"/>
                </a:moveTo>
                <a:lnTo>
                  <a:pt x="16368796" y="0"/>
                </a:lnTo>
                <a:lnTo>
                  <a:pt x="16368796" y="6342909"/>
                </a:lnTo>
                <a:lnTo>
                  <a:pt x="0" y="634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6230600" cy="6350222"/>
          </a:xfrm>
          <a:custGeom>
            <a:avLst/>
            <a:gdLst/>
            <a:ahLst/>
            <a:cxnLst/>
            <a:rect r="r" b="b" t="t" l="l"/>
            <a:pathLst>
              <a:path h="6350222" w="16230600">
                <a:moveTo>
                  <a:pt x="0" y="0"/>
                </a:moveTo>
                <a:lnTo>
                  <a:pt x="16230600" y="0"/>
                </a:lnTo>
                <a:lnTo>
                  <a:pt x="16230600" y="6350222"/>
                </a:lnTo>
                <a:lnTo>
                  <a:pt x="0" y="63502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29782" y="665139"/>
            <a:ext cx="16849268" cy="9477713"/>
          </a:xfrm>
          <a:custGeom>
            <a:avLst/>
            <a:gdLst/>
            <a:ahLst/>
            <a:cxnLst/>
            <a:rect r="r" b="b" t="t" l="l"/>
            <a:pathLst>
              <a:path h="9477713" w="16849268">
                <a:moveTo>
                  <a:pt x="0" y="0"/>
                </a:moveTo>
                <a:lnTo>
                  <a:pt x="16849268" y="0"/>
                </a:lnTo>
                <a:lnTo>
                  <a:pt x="16849268" y="9477713"/>
                </a:lnTo>
                <a:lnTo>
                  <a:pt x="0" y="94777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5093315" y="472440"/>
            <a:ext cx="2706052" cy="2528888"/>
            <a:chOff x="0" y="0"/>
            <a:chExt cx="3608070" cy="33718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41541"/>
              <a:ext cx="3506470" cy="3279509"/>
            </a:xfrm>
            <a:custGeom>
              <a:avLst/>
              <a:gdLst/>
              <a:ahLst/>
              <a:cxnLst/>
              <a:rect r="r" b="b" t="t" l="l"/>
              <a:pathLst>
                <a:path h="3279509" w="3506470">
                  <a:moveTo>
                    <a:pt x="0" y="1925689"/>
                  </a:moveTo>
                  <a:cubicBezTo>
                    <a:pt x="0" y="1925689"/>
                    <a:pt x="1270" y="1919339"/>
                    <a:pt x="2540" y="1915529"/>
                  </a:cubicBezTo>
                  <a:cubicBezTo>
                    <a:pt x="2540" y="1912989"/>
                    <a:pt x="3810" y="1906639"/>
                    <a:pt x="3810" y="1906639"/>
                  </a:cubicBezTo>
                  <a:cubicBezTo>
                    <a:pt x="3810" y="1906639"/>
                    <a:pt x="36830" y="1822819"/>
                    <a:pt x="43180" y="1798689"/>
                  </a:cubicBezTo>
                  <a:cubicBezTo>
                    <a:pt x="46990" y="1784719"/>
                    <a:pt x="45720" y="1782179"/>
                    <a:pt x="48260" y="1768209"/>
                  </a:cubicBezTo>
                  <a:cubicBezTo>
                    <a:pt x="53340" y="1736459"/>
                    <a:pt x="69850" y="1652639"/>
                    <a:pt x="82550" y="1608189"/>
                  </a:cubicBezTo>
                  <a:cubicBezTo>
                    <a:pt x="92710" y="1575169"/>
                    <a:pt x="111760" y="1525639"/>
                    <a:pt x="113030" y="1525639"/>
                  </a:cubicBezTo>
                  <a:cubicBezTo>
                    <a:pt x="113030" y="1525639"/>
                    <a:pt x="113030" y="1525639"/>
                    <a:pt x="113030" y="1524369"/>
                  </a:cubicBezTo>
                  <a:cubicBezTo>
                    <a:pt x="113030" y="1524369"/>
                    <a:pt x="113030" y="1518019"/>
                    <a:pt x="113030" y="1515479"/>
                  </a:cubicBezTo>
                  <a:cubicBezTo>
                    <a:pt x="114300" y="1511669"/>
                    <a:pt x="114300" y="1505319"/>
                    <a:pt x="114300" y="1505319"/>
                  </a:cubicBezTo>
                  <a:cubicBezTo>
                    <a:pt x="114300" y="1505319"/>
                    <a:pt x="116840" y="1500239"/>
                    <a:pt x="118110" y="1496429"/>
                  </a:cubicBezTo>
                  <a:cubicBezTo>
                    <a:pt x="119380" y="1493889"/>
                    <a:pt x="121920" y="1487539"/>
                    <a:pt x="121920" y="1487539"/>
                  </a:cubicBezTo>
                  <a:cubicBezTo>
                    <a:pt x="121920" y="1487539"/>
                    <a:pt x="125730" y="1482459"/>
                    <a:pt x="127000" y="1479919"/>
                  </a:cubicBezTo>
                  <a:cubicBezTo>
                    <a:pt x="129540" y="1477379"/>
                    <a:pt x="132080" y="1472299"/>
                    <a:pt x="132080" y="1472299"/>
                  </a:cubicBezTo>
                  <a:cubicBezTo>
                    <a:pt x="132080" y="1472299"/>
                    <a:pt x="137160" y="1467219"/>
                    <a:pt x="139700" y="1465949"/>
                  </a:cubicBezTo>
                  <a:cubicBezTo>
                    <a:pt x="142240" y="1463409"/>
                    <a:pt x="147320" y="1459599"/>
                    <a:pt x="147320" y="1459599"/>
                  </a:cubicBezTo>
                  <a:cubicBezTo>
                    <a:pt x="147320" y="1458329"/>
                    <a:pt x="152400" y="1455789"/>
                    <a:pt x="156210" y="1454519"/>
                  </a:cubicBezTo>
                  <a:cubicBezTo>
                    <a:pt x="158750" y="1453249"/>
                    <a:pt x="163830" y="1449439"/>
                    <a:pt x="163830" y="1449439"/>
                  </a:cubicBezTo>
                  <a:cubicBezTo>
                    <a:pt x="163830" y="1449439"/>
                    <a:pt x="170180" y="1448169"/>
                    <a:pt x="173990" y="1448169"/>
                  </a:cubicBezTo>
                  <a:cubicBezTo>
                    <a:pt x="176530" y="1446899"/>
                    <a:pt x="182880" y="1445629"/>
                    <a:pt x="182880" y="1445629"/>
                  </a:cubicBezTo>
                  <a:cubicBezTo>
                    <a:pt x="182880" y="1445629"/>
                    <a:pt x="190500" y="1445629"/>
                    <a:pt x="193040" y="1445629"/>
                  </a:cubicBezTo>
                  <a:cubicBezTo>
                    <a:pt x="193040" y="1445629"/>
                    <a:pt x="193040" y="1445629"/>
                    <a:pt x="194310" y="1445629"/>
                  </a:cubicBezTo>
                  <a:cubicBezTo>
                    <a:pt x="196850" y="1443089"/>
                    <a:pt x="194310" y="1407529"/>
                    <a:pt x="195580" y="1384669"/>
                  </a:cubicBezTo>
                  <a:cubicBezTo>
                    <a:pt x="198120" y="1356729"/>
                    <a:pt x="199390" y="1322439"/>
                    <a:pt x="204470" y="1290689"/>
                  </a:cubicBezTo>
                  <a:cubicBezTo>
                    <a:pt x="208280" y="1256399"/>
                    <a:pt x="214630" y="1223379"/>
                    <a:pt x="220980" y="1189089"/>
                  </a:cubicBezTo>
                  <a:cubicBezTo>
                    <a:pt x="228600" y="1150989"/>
                    <a:pt x="243840" y="1072249"/>
                    <a:pt x="243840" y="1072249"/>
                  </a:cubicBezTo>
                  <a:cubicBezTo>
                    <a:pt x="243840" y="1072249"/>
                    <a:pt x="245110" y="1065899"/>
                    <a:pt x="245110" y="1063359"/>
                  </a:cubicBezTo>
                  <a:cubicBezTo>
                    <a:pt x="245110" y="1060819"/>
                    <a:pt x="246380" y="1055739"/>
                    <a:pt x="246380" y="1055739"/>
                  </a:cubicBezTo>
                  <a:cubicBezTo>
                    <a:pt x="246380" y="1055739"/>
                    <a:pt x="247650" y="1050659"/>
                    <a:pt x="248920" y="1048119"/>
                  </a:cubicBezTo>
                  <a:cubicBezTo>
                    <a:pt x="250190" y="1045579"/>
                    <a:pt x="252730" y="1040499"/>
                    <a:pt x="252730" y="1040499"/>
                  </a:cubicBezTo>
                  <a:cubicBezTo>
                    <a:pt x="252730" y="1040499"/>
                    <a:pt x="255270" y="1035419"/>
                    <a:pt x="256540" y="1034149"/>
                  </a:cubicBezTo>
                  <a:cubicBezTo>
                    <a:pt x="259080" y="1031609"/>
                    <a:pt x="261620" y="1026529"/>
                    <a:pt x="261620" y="1026529"/>
                  </a:cubicBezTo>
                  <a:cubicBezTo>
                    <a:pt x="261620" y="1026529"/>
                    <a:pt x="265430" y="1023989"/>
                    <a:pt x="267970" y="1021449"/>
                  </a:cubicBezTo>
                  <a:cubicBezTo>
                    <a:pt x="270510" y="1020179"/>
                    <a:pt x="274320" y="1016369"/>
                    <a:pt x="274320" y="1016369"/>
                  </a:cubicBezTo>
                  <a:cubicBezTo>
                    <a:pt x="274320" y="1016369"/>
                    <a:pt x="279400" y="1013829"/>
                    <a:pt x="281940" y="1012559"/>
                  </a:cubicBezTo>
                  <a:cubicBezTo>
                    <a:pt x="284480" y="1011289"/>
                    <a:pt x="288290" y="1008749"/>
                    <a:pt x="288290" y="1008749"/>
                  </a:cubicBezTo>
                  <a:cubicBezTo>
                    <a:pt x="288290" y="1008749"/>
                    <a:pt x="294640" y="1007479"/>
                    <a:pt x="297180" y="1007479"/>
                  </a:cubicBezTo>
                  <a:cubicBezTo>
                    <a:pt x="299720" y="1006209"/>
                    <a:pt x="304800" y="1004939"/>
                    <a:pt x="304800" y="1004939"/>
                  </a:cubicBezTo>
                  <a:cubicBezTo>
                    <a:pt x="304800" y="1004939"/>
                    <a:pt x="309880" y="1004939"/>
                    <a:pt x="312420" y="1004939"/>
                  </a:cubicBezTo>
                  <a:cubicBezTo>
                    <a:pt x="316230" y="1004939"/>
                    <a:pt x="321310" y="1004939"/>
                    <a:pt x="321310" y="1004939"/>
                  </a:cubicBezTo>
                  <a:cubicBezTo>
                    <a:pt x="321310" y="1004939"/>
                    <a:pt x="326390" y="1007479"/>
                    <a:pt x="328930" y="1007479"/>
                  </a:cubicBezTo>
                  <a:cubicBezTo>
                    <a:pt x="331470" y="1008749"/>
                    <a:pt x="336550" y="1010019"/>
                    <a:pt x="336550" y="1010019"/>
                  </a:cubicBezTo>
                  <a:cubicBezTo>
                    <a:pt x="336550" y="1010019"/>
                    <a:pt x="341630" y="1012559"/>
                    <a:pt x="344170" y="1013829"/>
                  </a:cubicBezTo>
                  <a:cubicBezTo>
                    <a:pt x="346710" y="1015099"/>
                    <a:pt x="351790" y="1017639"/>
                    <a:pt x="351790" y="1017639"/>
                  </a:cubicBezTo>
                  <a:cubicBezTo>
                    <a:pt x="351790" y="1017639"/>
                    <a:pt x="355600" y="1021449"/>
                    <a:pt x="356870" y="1022719"/>
                  </a:cubicBezTo>
                  <a:cubicBezTo>
                    <a:pt x="359410" y="1025259"/>
                    <a:pt x="363220" y="1027799"/>
                    <a:pt x="363220" y="1029069"/>
                  </a:cubicBezTo>
                  <a:cubicBezTo>
                    <a:pt x="363220" y="1029069"/>
                    <a:pt x="367030" y="1032879"/>
                    <a:pt x="368300" y="1035419"/>
                  </a:cubicBezTo>
                  <a:cubicBezTo>
                    <a:pt x="369570" y="1037959"/>
                    <a:pt x="372110" y="1041769"/>
                    <a:pt x="372110" y="1041769"/>
                  </a:cubicBezTo>
                  <a:cubicBezTo>
                    <a:pt x="372110" y="1041769"/>
                    <a:pt x="374650" y="1046849"/>
                    <a:pt x="374650" y="1049389"/>
                  </a:cubicBezTo>
                  <a:cubicBezTo>
                    <a:pt x="375920" y="1051929"/>
                    <a:pt x="378460" y="1057009"/>
                    <a:pt x="378460" y="1057009"/>
                  </a:cubicBezTo>
                  <a:cubicBezTo>
                    <a:pt x="378460" y="1057009"/>
                    <a:pt x="378460" y="1063359"/>
                    <a:pt x="378460" y="1065899"/>
                  </a:cubicBezTo>
                  <a:cubicBezTo>
                    <a:pt x="379730" y="1068439"/>
                    <a:pt x="379730" y="1073519"/>
                    <a:pt x="379730" y="1073519"/>
                  </a:cubicBezTo>
                  <a:cubicBezTo>
                    <a:pt x="379730" y="1073519"/>
                    <a:pt x="378460" y="1097649"/>
                    <a:pt x="377190" y="1115429"/>
                  </a:cubicBezTo>
                  <a:cubicBezTo>
                    <a:pt x="375920" y="1148449"/>
                    <a:pt x="370840" y="1228459"/>
                    <a:pt x="369570" y="1252589"/>
                  </a:cubicBezTo>
                  <a:cubicBezTo>
                    <a:pt x="369570" y="1260209"/>
                    <a:pt x="368300" y="1269099"/>
                    <a:pt x="369570" y="1269099"/>
                  </a:cubicBezTo>
                  <a:cubicBezTo>
                    <a:pt x="369570" y="1269099"/>
                    <a:pt x="370840" y="1267829"/>
                    <a:pt x="372110" y="1265289"/>
                  </a:cubicBezTo>
                  <a:cubicBezTo>
                    <a:pt x="387350" y="1247509"/>
                    <a:pt x="490220" y="1133209"/>
                    <a:pt x="546100" y="1072249"/>
                  </a:cubicBezTo>
                  <a:cubicBezTo>
                    <a:pt x="599440" y="1015099"/>
                    <a:pt x="652780" y="961759"/>
                    <a:pt x="703580" y="909689"/>
                  </a:cubicBezTo>
                  <a:cubicBezTo>
                    <a:pt x="750570" y="861429"/>
                    <a:pt x="792480" y="813169"/>
                    <a:pt x="839470" y="771259"/>
                  </a:cubicBezTo>
                  <a:cubicBezTo>
                    <a:pt x="882650" y="733159"/>
                    <a:pt x="930910" y="698869"/>
                    <a:pt x="971550" y="667119"/>
                  </a:cubicBezTo>
                  <a:cubicBezTo>
                    <a:pt x="1005840" y="640449"/>
                    <a:pt x="1035050" y="616319"/>
                    <a:pt x="1066800" y="594729"/>
                  </a:cubicBezTo>
                  <a:cubicBezTo>
                    <a:pt x="1096010" y="575679"/>
                    <a:pt x="1123950" y="559169"/>
                    <a:pt x="1154430" y="545199"/>
                  </a:cubicBezTo>
                  <a:cubicBezTo>
                    <a:pt x="1186180" y="531229"/>
                    <a:pt x="1239520" y="510909"/>
                    <a:pt x="1252220" y="509639"/>
                  </a:cubicBezTo>
                  <a:cubicBezTo>
                    <a:pt x="1254760" y="509639"/>
                    <a:pt x="1256030" y="512179"/>
                    <a:pt x="1257300" y="512179"/>
                  </a:cubicBezTo>
                  <a:cubicBezTo>
                    <a:pt x="1266190" y="508369"/>
                    <a:pt x="1281430" y="470269"/>
                    <a:pt x="1295400" y="448679"/>
                  </a:cubicBezTo>
                  <a:cubicBezTo>
                    <a:pt x="1310640" y="424549"/>
                    <a:pt x="1329690" y="399149"/>
                    <a:pt x="1348740" y="373749"/>
                  </a:cubicBezTo>
                  <a:cubicBezTo>
                    <a:pt x="1370330" y="343269"/>
                    <a:pt x="1395730" y="306439"/>
                    <a:pt x="1421130" y="282309"/>
                  </a:cubicBezTo>
                  <a:cubicBezTo>
                    <a:pt x="1442720" y="260719"/>
                    <a:pt x="1468120" y="249289"/>
                    <a:pt x="1489710" y="232779"/>
                  </a:cubicBezTo>
                  <a:cubicBezTo>
                    <a:pt x="1512570" y="217539"/>
                    <a:pt x="1531620" y="202299"/>
                    <a:pt x="1554480" y="184519"/>
                  </a:cubicBezTo>
                  <a:cubicBezTo>
                    <a:pt x="1579880" y="162929"/>
                    <a:pt x="1606550" y="133719"/>
                    <a:pt x="1635760" y="113399"/>
                  </a:cubicBezTo>
                  <a:cubicBezTo>
                    <a:pt x="1663700" y="95619"/>
                    <a:pt x="1694180" y="84189"/>
                    <a:pt x="1724660" y="68949"/>
                  </a:cubicBezTo>
                  <a:cubicBezTo>
                    <a:pt x="1753870" y="54979"/>
                    <a:pt x="1779270" y="37199"/>
                    <a:pt x="1813560" y="27039"/>
                  </a:cubicBezTo>
                  <a:cubicBezTo>
                    <a:pt x="1858010" y="14339"/>
                    <a:pt x="1946910" y="-14871"/>
                    <a:pt x="1973580" y="9259"/>
                  </a:cubicBezTo>
                  <a:cubicBezTo>
                    <a:pt x="2000250" y="34659"/>
                    <a:pt x="1986280" y="138799"/>
                    <a:pt x="1968500" y="176899"/>
                  </a:cubicBezTo>
                  <a:cubicBezTo>
                    <a:pt x="1955800" y="203569"/>
                    <a:pt x="1926590" y="214999"/>
                    <a:pt x="1906270" y="230239"/>
                  </a:cubicBezTo>
                  <a:cubicBezTo>
                    <a:pt x="1888490" y="242939"/>
                    <a:pt x="1866900" y="246749"/>
                    <a:pt x="1856740" y="261989"/>
                  </a:cubicBezTo>
                  <a:cubicBezTo>
                    <a:pt x="1847850" y="278499"/>
                    <a:pt x="1855470" y="303899"/>
                    <a:pt x="1851660" y="329299"/>
                  </a:cubicBezTo>
                  <a:cubicBezTo>
                    <a:pt x="1847850" y="366129"/>
                    <a:pt x="1837690" y="415659"/>
                    <a:pt x="1830070" y="458839"/>
                  </a:cubicBezTo>
                  <a:cubicBezTo>
                    <a:pt x="1822450" y="500749"/>
                    <a:pt x="1813560" y="545199"/>
                    <a:pt x="1807210" y="584569"/>
                  </a:cubicBezTo>
                  <a:cubicBezTo>
                    <a:pt x="1799590" y="618859"/>
                    <a:pt x="1780540" y="678549"/>
                    <a:pt x="1788160" y="683629"/>
                  </a:cubicBezTo>
                  <a:cubicBezTo>
                    <a:pt x="1794510" y="686169"/>
                    <a:pt x="1816100" y="648069"/>
                    <a:pt x="1835150" y="636639"/>
                  </a:cubicBezTo>
                  <a:cubicBezTo>
                    <a:pt x="1855470" y="623939"/>
                    <a:pt x="1889760" y="623939"/>
                    <a:pt x="1906270" y="611239"/>
                  </a:cubicBezTo>
                  <a:cubicBezTo>
                    <a:pt x="1921510" y="599809"/>
                    <a:pt x="1934210" y="570599"/>
                    <a:pt x="1935480" y="568059"/>
                  </a:cubicBezTo>
                  <a:cubicBezTo>
                    <a:pt x="1935480" y="568059"/>
                    <a:pt x="1935480" y="566789"/>
                    <a:pt x="1935480" y="566789"/>
                  </a:cubicBezTo>
                  <a:cubicBezTo>
                    <a:pt x="1935480" y="566789"/>
                    <a:pt x="1936750" y="561709"/>
                    <a:pt x="1938020" y="557899"/>
                  </a:cubicBezTo>
                  <a:cubicBezTo>
                    <a:pt x="1939290" y="555359"/>
                    <a:pt x="1939290" y="552819"/>
                    <a:pt x="1940560" y="549009"/>
                  </a:cubicBezTo>
                  <a:cubicBezTo>
                    <a:pt x="1941830" y="543929"/>
                    <a:pt x="1944370" y="528689"/>
                    <a:pt x="1944370" y="528689"/>
                  </a:cubicBezTo>
                  <a:cubicBezTo>
                    <a:pt x="1944370" y="528689"/>
                    <a:pt x="1946910" y="523609"/>
                    <a:pt x="1948180" y="521069"/>
                  </a:cubicBezTo>
                  <a:cubicBezTo>
                    <a:pt x="1950720" y="518529"/>
                    <a:pt x="1953260" y="512179"/>
                    <a:pt x="1953260" y="512179"/>
                  </a:cubicBezTo>
                  <a:cubicBezTo>
                    <a:pt x="1953260" y="512179"/>
                    <a:pt x="1957070" y="508369"/>
                    <a:pt x="1959610" y="505829"/>
                  </a:cubicBezTo>
                  <a:cubicBezTo>
                    <a:pt x="1960880" y="503289"/>
                    <a:pt x="1965960" y="499479"/>
                    <a:pt x="1965960" y="499479"/>
                  </a:cubicBezTo>
                  <a:cubicBezTo>
                    <a:pt x="1965960" y="499479"/>
                    <a:pt x="1965960" y="499479"/>
                    <a:pt x="1965960" y="498209"/>
                  </a:cubicBezTo>
                  <a:cubicBezTo>
                    <a:pt x="1967230" y="498209"/>
                    <a:pt x="1969770" y="495669"/>
                    <a:pt x="1972310" y="493129"/>
                  </a:cubicBezTo>
                  <a:cubicBezTo>
                    <a:pt x="1973580" y="491859"/>
                    <a:pt x="1978660" y="488049"/>
                    <a:pt x="1978660" y="488049"/>
                  </a:cubicBezTo>
                  <a:cubicBezTo>
                    <a:pt x="1978660" y="486779"/>
                    <a:pt x="1978660" y="486779"/>
                    <a:pt x="1978660" y="486779"/>
                  </a:cubicBezTo>
                  <a:cubicBezTo>
                    <a:pt x="1978660" y="486779"/>
                    <a:pt x="1983740" y="484239"/>
                    <a:pt x="1987550" y="482969"/>
                  </a:cubicBezTo>
                  <a:cubicBezTo>
                    <a:pt x="1990090" y="481699"/>
                    <a:pt x="1995170" y="479159"/>
                    <a:pt x="1995170" y="479159"/>
                  </a:cubicBezTo>
                  <a:cubicBezTo>
                    <a:pt x="1995170" y="479159"/>
                    <a:pt x="2001520" y="476619"/>
                    <a:pt x="2004060" y="476619"/>
                  </a:cubicBezTo>
                  <a:cubicBezTo>
                    <a:pt x="2006600" y="475349"/>
                    <a:pt x="2012950" y="474079"/>
                    <a:pt x="2012950" y="474079"/>
                  </a:cubicBezTo>
                  <a:cubicBezTo>
                    <a:pt x="2012950" y="474079"/>
                    <a:pt x="2019300" y="474079"/>
                    <a:pt x="2021840" y="474079"/>
                  </a:cubicBezTo>
                  <a:cubicBezTo>
                    <a:pt x="2025650" y="474079"/>
                    <a:pt x="2030730" y="474079"/>
                    <a:pt x="2032000" y="474079"/>
                  </a:cubicBezTo>
                  <a:cubicBezTo>
                    <a:pt x="2032000" y="474079"/>
                    <a:pt x="2037080" y="475349"/>
                    <a:pt x="2040890" y="475349"/>
                  </a:cubicBezTo>
                  <a:cubicBezTo>
                    <a:pt x="2043430" y="476619"/>
                    <a:pt x="2049780" y="477889"/>
                    <a:pt x="2049780" y="477889"/>
                  </a:cubicBezTo>
                  <a:cubicBezTo>
                    <a:pt x="2049780" y="477889"/>
                    <a:pt x="2054860" y="480429"/>
                    <a:pt x="2057400" y="481699"/>
                  </a:cubicBezTo>
                  <a:cubicBezTo>
                    <a:pt x="2059940" y="482969"/>
                    <a:pt x="2066290" y="486779"/>
                    <a:pt x="2066290" y="486779"/>
                  </a:cubicBezTo>
                  <a:cubicBezTo>
                    <a:pt x="2066290" y="486779"/>
                    <a:pt x="2070100" y="490589"/>
                    <a:pt x="2072640" y="491859"/>
                  </a:cubicBezTo>
                  <a:cubicBezTo>
                    <a:pt x="2075180" y="494399"/>
                    <a:pt x="2080260" y="498209"/>
                    <a:pt x="2080260" y="498209"/>
                  </a:cubicBezTo>
                  <a:cubicBezTo>
                    <a:pt x="2080260" y="498209"/>
                    <a:pt x="2084070" y="503289"/>
                    <a:pt x="2085340" y="505829"/>
                  </a:cubicBezTo>
                  <a:cubicBezTo>
                    <a:pt x="2086610" y="508369"/>
                    <a:pt x="2090420" y="513449"/>
                    <a:pt x="2090420" y="513449"/>
                  </a:cubicBezTo>
                  <a:cubicBezTo>
                    <a:pt x="2090420" y="513449"/>
                    <a:pt x="2092960" y="518529"/>
                    <a:pt x="2094230" y="522339"/>
                  </a:cubicBezTo>
                  <a:cubicBezTo>
                    <a:pt x="2095500" y="524879"/>
                    <a:pt x="2098040" y="529959"/>
                    <a:pt x="2098040" y="531229"/>
                  </a:cubicBezTo>
                  <a:cubicBezTo>
                    <a:pt x="2098040" y="531229"/>
                    <a:pt x="2098040" y="536309"/>
                    <a:pt x="2099310" y="540119"/>
                  </a:cubicBezTo>
                  <a:cubicBezTo>
                    <a:pt x="2099310" y="542659"/>
                    <a:pt x="2100580" y="549009"/>
                    <a:pt x="2100580" y="549009"/>
                  </a:cubicBezTo>
                  <a:cubicBezTo>
                    <a:pt x="2099310" y="549009"/>
                    <a:pt x="2086610" y="578219"/>
                    <a:pt x="2089150" y="582029"/>
                  </a:cubicBezTo>
                  <a:cubicBezTo>
                    <a:pt x="2090420" y="584569"/>
                    <a:pt x="2096770" y="583299"/>
                    <a:pt x="2096770" y="583299"/>
                  </a:cubicBezTo>
                  <a:cubicBezTo>
                    <a:pt x="2096770" y="583299"/>
                    <a:pt x="2103120" y="585839"/>
                    <a:pt x="2105660" y="587109"/>
                  </a:cubicBezTo>
                  <a:cubicBezTo>
                    <a:pt x="2108200" y="588379"/>
                    <a:pt x="2114550" y="590919"/>
                    <a:pt x="2114550" y="590919"/>
                  </a:cubicBezTo>
                  <a:cubicBezTo>
                    <a:pt x="2114550" y="590919"/>
                    <a:pt x="2120900" y="594729"/>
                    <a:pt x="2123440" y="597269"/>
                  </a:cubicBezTo>
                  <a:cubicBezTo>
                    <a:pt x="2125980" y="598539"/>
                    <a:pt x="2131060" y="602349"/>
                    <a:pt x="2131060" y="602349"/>
                  </a:cubicBezTo>
                  <a:cubicBezTo>
                    <a:pt x="2131060" y="602349"/>
                    <a:pt x="2134870" y="607429"/>
                    <a:pt x="2137410" y="609969"/>
                  </a:cubicBezTo>
                  <a:cubicBezTo>
                    <a:pt x="2139950" y="612509"/>
                    <a:pt x="2143760" y="617589"/>
                    <a:pt x="2143760" y="618859"/>
                  </a:cubicBezTo>
                  <a:cubicBezTo>
                    <a:pt x="2143760" y="618859"/>
                    <a:pt x="2147570" y="623939"/>
                    <a:pt x="2148840" y="627749"/>
                  </a:cubicBezTo>
                  <a:cubicBezTo>
                    <a:pt x="2150110" y="630289"/>
                    <a:pt x="2152650" y="636639"/>
                    <a:pt x="2152650" y="636639"/>
                  </a:cubicBezTo>
                  <a:cubicBezTo>
                    <a:pt x="2152650" y="636639"/>
                    <a:pt x="2153920" y="642989"/>
                    <a:pt x="2155190" y="645529"/>
                  </a:cubicBezTo>
                  <a:cubicBezTo>
                    <a:pt x="2155190" y="649339"/>
                    <a:pt x="2157730" y="655689"/>
                    <a:pt x="2157730" y="655689"/>
                  </a:cubicBezTo>
                  <a:cubicBezTo>
                    <a:pt x="2157730" y="655689"/>
                    <a:pt x="2156460" y="662039"/>
                    <a:pt x="2156460" y="665849"/>
                  </a:cubicBezTo>
                  <a:cubicBezTo>
                    <a:pt x="2156460" y="669659"/>
                    <a:pt x="2156460" y="676009"/>
                    <a:pt x="2156460" y="676009"/>
                  </a:cubicBezTo>
                  <a:cubicBezTo>
                    <a:pt x="2156460" y="676009"/>
                    <a:pt x="2155190" y="682359"/>
                    <a:pt x="2153920" y="686169"/>
                  </a:cubicBezTo>
                  <a:cubicBezTo>
                    <a:pt x="2152650" y="688709"/>
                    <a:pt x="2151380" y="695059"/>
                    <a:pt x="2151380" y="695059"/>
                  </a:cubicBezTo>
                  <a:cubicBezTo>
                    <a:pt x="2151380" y="695059"/>
                    <a:pt x="2147570" y="701409"/>
                    <a:pt x="2146300" y="703949"/>
                  </a:cubicBezTo>
                  <a:cubicBezTo>
                    <a:pt x="2145030" y="706489"/>
                    <a:pt x="2141220" y="712839"/>
                    <a:pt x="2141220" y="712839"/>
                  </a:cubicBezTo>
                  <a:cubicBezTo>
                    <a:pt x="2141220" y="714109"/>
                    <a:pt x="2120900" y="778879"/>
                    <a:pt x="2108200" y="810629"/>
                  </a:cubicBezTo>
                  <a:cubicBezTo>
                    <a:pt x="2095500" y="841109"/>
                    <a:pt x="2077720" y="871589"/>
                    <a:pt x="2063750" y="898259"/>
                  </a:cubicBezTo>
                  <a:cubicBezTo>
                    <a:pt x="2052320" y="922389"/>
                    <a:pt x="2024380" y="954139"/>
                    <a:pt x="2030730" y="964299"/>
                  </a:cubicBezTo>
                  <a:cubicBezTo>
                    <a:pt x="2035810" y="971919"/>
                    <a:pt x="2059940" y="964299"/>
                    <a:pt x="2078990" y="965569"/>
                  </a:cubicBezTo>
                  <a:cubicBezTo>
                    <a:pt x="2108200" y="968109"/>
                    <a:pt x="2148840" y="974459"/>
                    <a:pt x="2186940" y="979539"/>
                  </a:cubicBezTo>
                  <a:cubicBezTo>
                    <a:pt x="2228850" y="985889"/>
                    <a:pt x="2316480" y="1001129"/>
                    <a:pt x="2317750" y="1001129"/>
                  </a:cubicBezTo>
                  <a:cubicBezTo>
                    <a:pt x="2317750" y="1001129"/>
                    <a:pt x="2322830" y="1002399"/>
                    <a:pt x="2325370" y="1002399"/>
                  </a:cubicBezTo>
                  <a:cubicBezTo>
                    <a:pt x="2327910" y="1003669"/>
                    <a:pt x="2332990" y="1003669"/>
                    <a:pt x="2332990" y="1003669"/>
                  </a:cubicBezTo>
                  <a:cubicBezTo>
                    <a:pt x="2332990" y="1003669"/>
                    <a:pt x="2338070" y="1006209"/>
                    <a:pt x="2340610" y="1007479"/>
                  </a:cubicBezTo>
                  <a:cubicBezTo>
                    <a:pt x="2343150" y="1008749"/>
                    <a:pt x="2348230" y="1011289"/>
                    <a:pt x="2348230" y="1011289"/>
                  </a:cubicBezTo>
                  <a:cubicBezTo>
                    <a:pt x="2348230" y="1011289"/>
                    <a:pt x="2353310" y="1013829"/>
                    <a:pt x="2354580" y="1016369"/>
                  </a:cubicBezTo>
                  <a:cubicBezTo>
                    <a:pt x="2357120" y="1017639"/>
                    <a:pt x="2360930" y="1021449"/>
                    <a:pt x="2360930" y="1021449"/>
                  </a:cubicBezTo>
                  <a:cubicBezTo>
                    <a:pt x="2360930" y="1021449"/>
                    <a:pt x="2364740" y="1025259"/>
                    <a:pt x="2366010" y="1027799"/>
                  </a:cubicBezTo>
                  <a:cubicBezTo>
                    <a:pt x="2368550" y="1030339"/>
                    <a:pt x="2371090" y="1034149"/>
                    <a:pt x="2371090" y="1034149"/>
                  </a:cubicBezTo>
                  <a:cubicBezTo>
                    <a:pt x="2371090" y="1034149"/>
                    <a:pt x="2373630" y="1039229"/>
                    <a:pt x="2374900" y="1041769"/>
                  </a:cubicBezTo>
                  <a:cubicBezTo>
                    <a:pt x="2376170" y="1044309"/>
                    <a:pt x="2378710" y="1049389"/>
                    <a:pt x="2378710" y="1049389"/>
                  </a:cubicBezTo>
                  <a:cubicBezTo>
                    <a:pt x="2378710" y="1049389"/>
                    <a:pt x="2378710" y="1054469"/>
                    <a:pt x="2379980" y="1057009"/>
                  </a:cubicBezTo>
                  <a:cubicBezTo>
                    <a:pt x="2379980" y="1060819"/>
                    <a:pt x="2381250" y="1065899"/>
                    <a:pt x="2381250" y="1065899"/>
                  </a:cubicBezTo>
                  <a:cubicBezTo>
                    <a:pt x="2381250" y="1065899"/>
                    <a:pt x="2381250" y="1070979"/>
                    <a:pt x="2381250" y="1073519"/>
                  </a:cubicBezTo>
                  <a:cubicBezTo>
                    <a:pt x="2379980" y="1076059"/>
                    <a:pt x="2379980" y="1082409"/>
                    <a:pt x="2379980" y="1082409"/>
                  </a:cubicBezTo>
                  <a:cubicBezTo>
                    <a:pt x="2379980" y="1082409"/>
                    <a:pt x="2378710" y="1087489"/>
                    <a:pt x="2377440" y="1090029"/>
                  </a:cubicBezTo>
                  <a:cubicBezTo>
                    <a:pt x="2376170" y="1092569"/>
                    <a:pt x="2374900" y="1097649"/>
                    <a:pt x="2374900" y="1097649"/>
                  </a:cubicBezTo>
                  <a:cubicBezTo>
                    <a:pt x="2374900" y="1097649"/>
                    <a:pt x="2372360" y="1102729"/>
                    <a:pt x="2371090" y="1105269"/>
                  </a:cubicBezTo>
                  <a:cubicBezTo>
                    <a:pt x="2369820" y="1107809"/>
                    <a:pt x="2366010" y="1111619"/>
                    <a:pt x="2366010" y="1111619"/>
                  </a:cubicBezTo>
                  <a:cubicBezTo>
                    <a:pt x="2366010" y="1111619"/>
                    <a:pt x="2362200" y="1115429"/>
                    <a:pt x="2360930" y="1117969"/>
                  </a:cubicBezTo>
                  <a:cubicBezTo>
                    <a:pt x="2358390" y="1119239"/>
                    <a:pt x="2354580" y="1123049"/>
                    <a:pt x="2354580" y="1123049"/>
                  </a:cubicBezTo>
                  <a:cubicBezTo>
                    <a:pt x="2354580" y="1124319"/>
                    <a:pt x="2349500" y="1125589"/>
                    <a:pt x="2349500" y="1126859"/>
                  </a:cubicBezTo>
                  <a:cubicBezTo>
                    <a:pt x="2349500" y="1128129"/>
                    <a:pt x="2353310" y="1129399"/>
                    <a:pt x="2354580" y="1130669"/>
                  </a:cubicBezTo>
                  <a:cubicBezTo>
                    <a:pt x="2357120" y="1131939"/>
                    <a:pt x="2359660" y="1133209"/>
                    <a:pt x="2362200" y="1134479"/>
                  </a:cubicBezTo>
                  <a:cubicBezTo>
                    <a:pt x="2362200" y="1134479"/>
                    <a:pt x="2363470" y="1135749"/>
                    <a:pt x="2364740" y="1137019"/>
                  </a:cubicBezTo>
                  <a:cubicBezTo>
                    <a:pt x="2364740" y="1137019"/>
                    <a:pt x="2366010" y="1138289"/>
                    <a:pt x="2367280" y="1138289"/>
                  </a:cubicBezTo>
                  <a:cubicBezTo>
                    <a:pt x="2368550" y="1140829"/>
                    <a:pt x="2369820" y="1143369"/>
                    <a:pt x="2372360" y="1144639"/>
                  </a:cubicBezTo>
                  <a:cubicBezTo>
                    <a:pt x="2373630" y="1147179"/>
                    <a:pt x="2376170" y="1148449"/>
                    <a:pt x="2377440" y="1149719"/>
                  </a:cubicBezTo>
                  <a:cubicBezTo>
                    <a:pt x="2378710" y="1150989"/>
                    <a:pt x="2378710" y="1152259"/>
                    <a:pt x="2378710" y="1153529"/>
                  </a:cubicBezTo>
                  <a:cubicBezTo>
                    <a:pt x="2379980" y="1154799"/>
                    <a:pt x="2381250" y="1154799"/>
                    <a:pt x="2381250" y="1156069"/>
                  </a:cubicBezTo>
                  <a:cubicBezTo>
                    <a:pt x="2382520" y="1158609"/>
                    <a:pt x="2382520" y="1161149"/>
                    <a:pt x="2383790" y="1163689"/>
                  </a:cubicBezTo>
                  <a:cubicBezTo>
                    <a:pt x="2385060" y="1166229"/>
                    <a:pt x="2386330" y="1168769"/>
                    <a:pt x="2387600" y="1170039"/>
                  </a:cubicBezTo>
                  <a:cubicBezTo>
                    <a:pt x="2387600" y="1172579"/>
                    <a:pt x="2387600" y="1172579"/>
                    <a:pt x="2387600" y="1173849"/>
                  </a:cubicBezTo>
                  <a:cubicBezTo>
                    <a:pt x="2387600" y="1175119"/>
                    <a:pt x="2388870" y="1176389"/>
                    <a:pt x="2388870" y="1177659"/>
                  </a:cubicBezTo>
                  <a:cubicBezTo>
                    <a:pt x="2388870" y="1180199"/>
                    <a:pt x="2388870" y="1182739"/>
                    <a:pt x="2388870" y="1185279"/>
                  </a:cubicBezTo>
                  <a:cubicBezTo>
                    <a:pt x="2388870" y="1187819"/>
                    <a:pt x="2390140" y="1190359"/>
                    <a:pt x="2390140" y="1192899"/>
                  </a:cubicBezTo>
                  <a:cubicBezTo>
                    <a:pt x="2390140" y="1194169"/>
                    <a:pt x="2388870" y="1195439"/>
                    <a:pt x="2388870" y="1196709"/>
                  </a:cubicBezTo>
                  <a:cubicBezTo>
                    <a:pt x="2388870" y="1197979"/>
                    <a:pt x="2388870" y="1199249"/>
                    <a:pt x="2388870" y="1200519"/>
                  </a:cubicBezTo>
                  <a:cubicBezTo>
                    <a:pt x="2388870" y="1203059"/>
                    <a:pt x="2387600" y="1205599"/>
                    <a:pt x="2386330" y="1208139"/>
                  </a:cubicBezTo>
                  <a:cubicBezTo>
                    <a:pt x="2386330" y="1210679"/>
                    <a:pt x="2386330" y="1213219"/>
                    <a:pt x="2385060" y="1214489"/>
                  </a:cubicBezTo>
                  <a:cubicBezTo>
                    <a:pt x="2385060" y="1217029"/>
                    <a:pt x="2383790" y="1217029"/>
                    <a:pt x="2383790" y="1218299"/>
                  </a:cubicBezTo>
                  <a:cubicBezTo>
                    <a:pt x="2382520" y="1219569"/>
                    <a:pt x="2382520" y="1220839"/>
                    <a:pt x="2382520" y="1222109"/>
                  </a:cubicBezTo>
                  <a:cubicBezTo>
                    <a:pt x="2381250" y="1223379"/>
                    <a:pt x="2378710" y="1225919"/>
                    <a:pt x="2377440" y="1228459"/>
                  </a:cubicBezTo>
                  <a:cubicBezTo>
                    <a:pt x="2376170" y="1229729"/>
                    <a:pt x="2374900" y="1233539"/>
                    <a:pt x="2373630" y="1234809"/>
                  </a:cubicBezTo>
                  <a:cubicBezTo>
                    <a:pt x="2373630" y="1236079"/>
                    <a:pt x="2372360" y="1236079"/>
                    <a:pt x="2371090" y="1237349"/>
                  </a:cubicBezTo>
                  <a:cubicBezTo>
                    <a:pt x="2369820" y="1238619"/>
                    <a:pt x="2369820" y="1238619"/>
                    <a:pt x="2368550" y="1239889"/>
                  </a:cubicBezTo>
                  <a:cubicBezTo>
                    <a:pt x="2367280" y="1241159"/>
                    <a:pt x="2364740" y="1242429"/>
                    <a:pt x="2362200" y="1244969"/>
                  </a:cubicBezTo>
                  <a:cubicBezTo>
                    <a:pt x="2360930" y="1246239"/>
                    <a:pt x="2358390" y="1248779"/>
                    <a:pt x="2357120" y="1250049"/>
                  </a:cubicBezTo>
                  <a:cubicBezTo>
                    <a:pt x="2355850" y="1250049"/>
                    <a:pt x="2354580" y="1250049"/>
                    <a:pt x="2353310" y="1251319"/>
                  </a:cubicBezTo>
                  <a:cubicBezTo>
                    <a:pt x="2352040" y="1251319"/>
                    <a:pt x="2352040" y="1252589"/>
                    <a:pt x="2350770" y="1252589"/>
                  </a:cubicBezTo>
                  <a:cubicBezTo>
                    <a:pt x="2348230" y="1253859"/>
                    <a:pt x="2345690" y="1253859"/>
                    <a:pt x="2343150" y="1255129"/>
                  </a:cubicBezTo>
                  <a:cubicBezTo>
                    <a:pt x="2340610" y="1256399"/>
                    <a:pt x="2338070" y="1257669"/>
                    <a:pt x="2335530" y="1257669"/>
                  </a:cubicBezTo>
                  <a:cubicBezTo>
                    <a:pt x="2334260" y="1258939"/>
                    <a:pt x="2332990" y="1257669"/>
                    <a:pt x="2332990" y="1258939"/>
                  </a:cubicBezTo>
                  <a:cubicBezTo>
                    <a:pt x="2331720" y="1258939"/>
                    <a:pt x="2330450" y="1258939"/>
                    <a:pt x="2329180" y="1258939"/>
                  </a:cubicBezTo>
                  <a:cubicBezTo>
                    <a:pt x="2326640" y="1260209"/>
                    <a:pt x="2324100" y="1258939"/>
                    <a:pt x="2321560" y="1258939"/>
                  </a:cubicBezTo>
                  <a:cubicBezTo>
                    <a:pt x="2319020" y="1258939"/>
                    <a:pt x="2317750" y="1260209"/>
                    <a:pt x="2313940" y="1260209"/>
                  </a:cubicBezTo>
                  <a:cubicBezTo>
                    <a:pt x="2294890" y="1258939"/>
                    <a:pt x="2204720" y="1247509"/>
                    <a:pt x="2164080" y="1239889"/>
                  </a:cubicBezTo>
                  <a:cubicBezTo>
                    <a:pt x="2134870" y="1233539"/>
                    <a:pt x="2105660" y="1211949"/>
                    <a:pt x="2091690" y="1222109"/>
                  </a:cubicBezTo>
                  <a:cubicBezTo>
                    <a:pt x="2075180" y="1232269"/>
                    <a:pt x="2085340" y="1288149"/>
                    <a:pt x="2078990" y="1316089"/>
                  </a:cubicBezTo>
                  <a:cubicBezTo>
                    <a:pt x="2072640" y="1340219"/>
                    <a:pt x="2059940" y="1361809"/>
                    <a:pt x="2057400" y="1379589"/>
                  </a:cubicBezTo>
                  <a:cubicBezTo>
                    <a:pt x="2056130" y="1392289"/>
                    <a:pt x="2058670" y="1399909"/>
                    <a:pt x="2058670" y="1413879"/>
                  </a:cubicBezTo>
                  <a:cubicBezTo>
                    <a:pt x="2059940" y="1434199"/>
                    <a:pt x="2059940" y="1464679"/>
                    <a:pt x="2059940" y="1491349"/>
                  </a:cubicBezTo>
                  <a:cubicBezTo>
                    <a:pt x="2061210" y="1519289"/>
                    <a:pt x="2061210" y="1559929"/>
                    <a:pt x="2061210" y="1578979"/>
                  </a:cubicBezTo>
                  <a:cubicBezTo>
                    <a:pt x="2061210" y="1589139"/>
                    <a:pt x="2054860" y="1595489"/>
                    <a:pt x="2061210" y="1601839"/>
                  </a:cubicBezTo>
                  <a:cubicBezTo>
                    <a:pt x="2078990" y="1623429"/>
                    <a:pt x="2208530" y="1631049"/>
                    <a:pt x="2286000" y="1637399"/>
                  </a:cubicBezTo>
                  <a:cubicBezTo>
                    <a:pt x="2366010" y="1645019"/>
                    <a:pt x="2456180" y="1639939"/>
                    <a:pt x="2532380" y="1645019"/>
                  </a:cubicBezTo>
                  <a:cubicBezTo>
                    <a:pt x="2597150" y="1650099"/>
                    <a:pt x="2683510" y="1661529"/>
                    <a:pt x="2711450" y="1664069"/>
                  </a:cubicBezTo>
                  <a:cubicBezTo>
                    <a:pt x="2720340" y="1665339"/>
                    <a:pt x="2726690" y="1667879"/>
                    <a:pt x="2729230" y="1665339"/>
                  </a:cubicBezTo>
                  <a:cubicBezTo>
                    <a:pt x="2730500" y="1664069"/>
                    <a:pt x="2730500" y="1661529"/>
                    <a:pt x="2730500" y="1658989"/>
                  </a:cubicBezTo>
                  <a:cubicBezTo>
                    <a:pt x="2731770" y="1656449"/>
                    <a:pt x="2733040" y="1650099"/>
                    <a:pt x="2734310" y="1648829"/>
                  </a:cubicBezTo>
                  <a:cubicBezTo>
                    <a:pt x="2734310" y="1648829"/>
                    <a:pt x="2736850" y="1643749"/>
                    <a:pt x="2738120" y="1641209"/>
                  </a:cubicBezTo>
                  <a:cubicBezTo>
                    <a:pt x="2740660" y="1637399"/>
                    <a:pt x="2743200" y="1632319"/>
                    <a:pt x="2743200" y="1632319"/>
                  </a:cubicBezTo>
                  <a:cubicBezTo>
                    <a:pt x="2743200" y="1632319"/>
                    <a:pt x="2748280" y="1627239"/>
                    <a:pt x="2750820" y="1624699"/>
                  </a:cubicBezTo>
                  <a:cubicBezTo>
                    <a:pt x="2753360" y="1623429"/>
                    <a:pt x="2757170" y="1618349"/>
                    <a:pt x="2757170" y="1618349"/>
                  </a:cubicBezTo>
                  <a:cubicBezTo>
                    <a:pt x="2757170" y="1618349"/>
                    <a:pt x="2762250" y="1614539"/>
                    <a:pt x="2766060" y="1613269"/>
                  </a:cubicBezTo>
                  <a:cubicBezTo>
                    <a:pt x="2768600" y="1610729"/>
                    <a:pt x="2773680" y="1608189"/>
                    <a:pt x="2773680" y="1608189"/>
                  </a:cubicBezTo>
                  <a:cubicBezTo>
                    <a:pt x="2773680" y="1606919"/>
                    <a:pt x="2780030" y="1605649"/>
                    <a:pt x="2783840" y="1604379"/>
                  </a:cubicBezTo>
                  <a:cubicBezTo>
                    <a:pt x="2786380" y="1603109"/>
                    <a:pt x="2792730" y="1601839"/>
                    <a:pt x="2792730" y="1601839"/>
                  </a:cubicBezTo>
                  <a:cubicBezTo>
                    <a:pt x="2792730" y="1601839"/>
                    <a:pt x="2799080" y="1600569"/>
                    <a:pt x="2802890" y="1600569"/>
                  </a:cubicBezTo>
                  <a:cubicBezTo>
                    <a:pt x="2805430" y="1600569"/>
                    <a:pt x="2811780" y="1599299"/>
                    <a:pt x="2811780" y="1599299"/>
                  </a:cubicBezTo>
                  <a:cubicBezTo>
                    <a:pt x="2813050" y="1599299"/>
                    <a:pt x="2813050" y="1599299"/>
                    <a:pt x="2813050" y="1599299"/>
                  </a:cubicBezTo>
                  <a:cubicBezTo>
                    <a:pt x="2813050" y="1599299"/>
                    <a:pt x="2819400" y="1600569"/>
                    <a:pt x="2821940" y="1601839"/>
                  </a:cubicBezTo>
                  <a:cubicBezTo>
                    <a:pt x="2825750" y="1601839"/>
                    <a:pt x="2832100" y="1603109"/>
                    <a:pt x="2832100" y="1603109"/>
                  </a:cubicBezTo>
                  <a:cubicBezTo>
                    <a:pt x="2832100" y="1603109"/>
                    <a:pt x="2840990" y="1609459"/>
                    <a:pt x="2843530" y="1609459"/>
                  </a:cubicBezTo>
                  <a:cubicBezTo>
                    <a:pt x="2844800" y="1609459"/>
                    <a:pt x="2846070" y="1606919"/>
                    <a:pt x="2846070" y="1606919"/>
                  </a:cubicBezTo>
                  <a:cubicBezTo>
                    <a:pt x="2846070" y="1606919"/>
                    <a:pt x="2851150" y="1603109"/>
                    <a:pt x="2853690" y="1601839"/>
                  </a:cubicBezTo>
                  <a:cubicBezTo>
                    <a:pt x="2857500" y="1600569"/>
                    <a:pt x="2862580" y="1596759"/>
                    <a:pt x="2862580" y="1596759"/>
                  </a:cubicBezTo>
                  <a:cubicBezTo>
                    <a:pt x="2862580" y="1596759"/>
                    <a:pt x="2868930" y="1595489"/>
                    <a:pt x="2871470" y="1594219"/>
                  </a:cubicBezTo>
                  <a:cubicBezTo>
                    <a:pt x="2874010" y="1592949"/>
                    <a:pt x="2880360" y="1591679"/>
                    <a:pt x="2880360" y="1591679"/>
                  </a:cubicBezTo>
                  <a:cubicBezTo>
                    <a:pt x="2880360" y="1591679"/>
                    <a:pt x="2886710" y="1591679"/>
                    <a:pt x="2890520" y="1591679"/>
                  </a:cubicBezTo>
                  <a:cubicBezTo>
                    <a:pt x="2893060" y="1590409"/>
                    <a:pt x="2899410" y="1590409"/>
                    <a:pt x="2899410" y="1590409"/>
                  </a:cubicBezTo>
                  <a:cubicBezTo>
                    <a:pt x="2899410" y="1590409"/>
                    <a:pt x="2955290" y="1592949"/>
                    <a:pt x="2984500" y="1596759"/>
                  </a:cubicBezTo>
                  <a:cubicBezTo>
                    <a:pt x="3016250" y="1603109"/>
                    <a:pt x="3053080" y="1610729"/>
                    <a:pt x="3083560" y="1623429"/>
                  </a:cubicBezTo>
                  <a:cubicBezTo>
                    <a:pt x="3110230" y="1633589"/>
                    <a:pt x="3155950" y="1665339"/>
                    <a:pt x="3155950" y="1665339"/>
                  </a:cubicBezTo>
                  <a:cubicBezTo>
                    <a:pt x="3157220" y="1665339"/>
                    <a:pt x="3162300" y="1665339"/>
                    <a:pt x="3166110" y="1666609"/>
                  </a:cubicBezTo>
                  <a:cubicBezTo>
                    <a:pt x="3168650" y="1666609"/>
                    <a:pt x="3175000" y="1666609"/>
                    <a:pt x="3175000" y="1666609"/>
                  </a:cubicBezTo>
                  <a:cubicBezTo>
                    <a:pt x="3175000" y="1666609"/>
                    <a:pt x="3180080" y="1669149"/>
                    <a:pt x="3182620" y="1670419"/>
                  </a:cubicBezTo>
                  <a:cubicBezTo>
                    <a:pt x="3186430" y="1671689"/>
                    <a:pt x="3191510" y="1672959"/>
                    <a:pt x="3191510" y="1672959"/>
                  </a:cubicBezTo>
                  <a:cubicBezTo>
                    <a:pt x="3191510" y="1674229"/>
                    <a:pt x="3196590" y="1676769"/>
                    <a:pt x="3199130" y="1679309"/>
                  </a:cubicBezTo>
                  <a:cubicBezTo>
                    <a:pt x="3201670" y="1680579"/>
                    <a:pt x="3206750" y="1683119"/>
                    <a:pt x="3206750" y="1684389"/>
                  </a:cubicBezTo>
                  <a:cubicBezTo>
                    <a:pt x="3206750" y="1684389"/>
                    <a:pt x="3210560" y="1688199"/>
                    <a:pt x="3211830" y="1690739"/>
                  </a:cubicBezTo>
                  <a:cubicBezTo>
                    <a:pt x="3214370" y="1693279"/>
                    <a:pt x="3218180" y="1697089"/>
                    <a:pt x="3218180" y="1697089"/>
                  </a:cubicBezTo>
                  <a:cubicBezTo>
                    <a:pt x="3218180" y="1697089"/>
                    <a:pt x="3220720" y="1702169"/>
                    <a:pt x="3221990" y="1705979"/>
                  </a:cubicBezTo>
                  <a:cubicBezTo>
                    <a:pt x="3224530" y="1708519"/>
                    <a:pt x="3227070" y="1713599"/>
                    <a:pt x="3227070" y="1713599"/>
                  </a:cubicBezTo>
                  <a:cubicBezTo>
                    <a:pt x="3227070" y="1713599"/>
                    <a:pt x="3228340" y="1718679"/>
                    <a:pt x="3228340" y="1722489"/>
                  </a:cubicBezTo>
                  <a:cubicBezTo>
                    <a:pt x="3229610" y="1725029"/>
                    <a:pt x="3230880" y="1731379"/>
                    <a:pt x="3230880" y="1731379"/>
                  </a:cubicBezTo>
                  <a:cubicBezTo>
                    <a:pt x="3230880" y="1731379"/>
                    <a:pt x="3230880" y="1736459"/>
                    <a:pt x="3230880" y="1740269"/>
                  </a:cubicBezTo>
                  <a:cubicBezTo>
                    <a:pt x="3230880" y="1742809"/>
                    <a:pt x="3230880" y="1749159"/>
                    <a:pt x="3230880" y="1749159"/>
                  </a:cubicBezTo>
                  <a:cubicBezTo>
                    <a:pt x="3230880" y="1749159"/>
                    <a:pt x="3229610" y="1755509"/>
                    <a:pt x="3228340" y="1758049"/>
                  </a:cubicBezTo>
                  <a:cubicBezTo>
                    <a:pt x="3228340" y="1760589"/>
                    <a:pt x="3227070" y="1766939"/>
                    <a:pt x="3227070" y="1766939"/>
                  </a:cubicBezTo>
                  <a:cubicBezTo>
                    <a:pt x="3227070" y="1766939"/>
                    <a:pt x="3224530" y="1772019"/>
                    <a:pt x="3221990" y="1774559"/>
                  </a:cubicBezTo>
                  <a:cubicBezTo>
                    <a:pt x="3220720" y="1777099"/>
                    <a:pt x="3218180" y="1782179"/>
                    <a:pt x="3218180" y="1782179"/>
                  </a:cubicBezTo>
                  <a:cubicBezTo>
                    <a:pt x="3218180" y="1782179"/>
                    <a:pt x="3214370" y="1787259"/>
                    <a:pt x="3211830" y="1789799"/>
                  </a:cubicBezTo>
                  <a:cubicBezTo>
                    <a:pt x="3210560" y="1792339"/>
                    <a:pt x="3206750" y="1796149"/>
                    <a:pt x="3206750" y="1796149"/>
                  </a:cubicBezTo>
                  <a:cubicBezTo>
                    <a:pt x="3206750" y="1796149"/>
                    <a:pt x="3201670" y="1799959"/>
                    <a:pt x="3199130" y="1801229"/>
                  </a:cubicBezTo>
                  <a:cubicBezTo>
                    <a:pt x="3196590" y="1802499"/>
                    <a:pt x="3191510" y="1806309"/>
                    <a:pt x="3191510" y="1806309"/>
                  </a:cubicBezTo>
                  <a:cubicBezTo>
                    <a:pt x="3191510" y="1806309"/>
                    <a:pt x="3186430" y="1808849"/>
                    <a:pt x="3182620" y="1810119"/>
                  </a:cubicBezTo>
                  <a:cubicBezTo>
                    <a:pt x="3180080" y="1811389"/>
                    <a:pt x="3175000" y="1812659"/>
                    <a:pt x="3175000" y="1812659"/>
                  </a:cubicBezTo>
                  <a:cubicBezTo>
                    <a:pt x="3175000" y="1812659"/>
                    <a:pt x="3168650" y="1813929"/>
                    <a:pt x="3166110" y="1813929"/>
                  </a:cubicBezTo>
                  <a:cubicBezTo>
                    <a:pt x="3162300" y="1813929"/>
                    <a:pt x="3157220" y="1815199"/>
                    <a:pt x="3157220" y="1815199"/>
                  </a:cubicBezTo>
                  <a:cubicBezTo>
                    <a:pt x="3157220" y="1815199"/>
                    <a:pt x="3157220" y="1815199"/>
                    <a:pt x="3155950" y="1815199"/>
                  </a:cubicBezTo>
                  <a:cubicBezTo>
                    <a:pt x="3153410" y="1815199"/>
                    <a:pt x="3126740" y="1813929"/>
                    <a:pt x="3126740" y="1813929"/>
                  </a:cubicBezTo>
                  <a:cubicBezTo>
                    <a:pt x="3126740" y="1815199"/>
                    <a:pt x="3124200" y="1824089"/>
                    <a:pt x="3124200" y="1824089"/>
                  </a:cubicBezTo>
                  <a:cubicBezTo>
                    <a:pt x="3124200" y="1824089"/>
                    <a:pt x="3121660" y="1829169"/>
                    <a:pt x="3120390" y="1832979"/>
                  </a:cubicBezTo>
                  <a:cubicBezTo>
                    <a:pt x="3119120" y="1835519"/>
                    <a:pt x="3115310" y="1840599"/>
                    <a:pt x="3115310" y="1840599"/>
                  </a:cubicBezTo>
                  <a:cubicBezTo>
                    <a:pt x="3115310" y="1841869"/>
                    <a:pt x="3115310" y="1841869"/>
                    <a:pt x="3115310" y="1841869"/>
                  </a:cubicBezTo>
                  <a:cubicBezTo>
                    <a:pt x="3115310" y="1841869"/>
                    <a:pt x="3111500" y="1845679"/>
                    <a:pt x="3108960" y="1848219"/>
                  </a:cubicBezTo>
                  <a:cubicBezTo>
                    <a:pt x="3107690" y="1850759"/>
                    <a:pt x="3102610" y="1855839"/>
                    <a:pt x="3102610" y="1855839"/>
                  </a:cubicBezTo>
                  <a:cubicBezTo>
                    <a:pt x="3102610" y="1855839"/>
                    <a:pt x="3094990" y="1858379"/>
                    <a:pt x="3094990" y="1860919"/>
                  </a:cubicBezTo>
                  <a:cubicBezTo>
                    <a:pt x="3094990" y="1868539"/>
                    <a:pt x="3133090" y="1886319"/>
                    <a:pt x="3150870" y="1902829"/>
                  </a:cubicBezTo>
                  <a:cubicBezTo>
                    <a:pt x="3171190" y="1920609"/>
                    <a:pt x="3192780" y="1940929"/>
                    <a:pt x="3206750" y="1962519"/>
                  </a:cubicBezTo>
                  <a:cubicBezTo>
                    <a:pt x="3220720" y="1985379"/>
                    <a:pt x="3220720" y="2018399"/>
                    <a:pt x="3233420" y="2036179"/>
                  </a:cubicBezTo>
                  <a:cubicBezTo>
                    <a:pt x="3243580" y="2050149"/>
                    <a:pt x="3257550" y="2059039"/>
                    <a:pt x="3270250" y="2065389"/>
                  </a:cubicBezTo>
                  <a:cubicBezTo>
                    <a:pt x="3280410" y="2071739"/>
                    <a:pt x="3288030" y="2073009"/>
                    <a:pt x="3302000" y="2078089"/>
                  </a:cubicBezTo>
                  <a:cubicBezTo>
                    <a:pt x="3329940" y="2086979"/>
                    <a:pt x="3397250" y="2109839"/>
                    <a:pt x="3426460" y="2117459"/>
                  </a:cubicBezTo>
                  <a:cubicBezTo>
                    <a:pt x="3442970" y="2121269"/>
                    <a:pt x="3464560" y="2125079"/>
                    <a:pt x="3464560" y="2125079"/>
                  </a:cubicBezTo>
                  <a:cubicBezTo>
                    <a:pt x="3464560" y="2125079"/>
                    <a:pt x="3469640" y="2127619"/>
                    <a:pt x="3472180" y="2128889"/>
                  </a:cubicBezTo>
                  <a:cubicBezTo>
                    <a:pt x="3474720" y="2130159"/>
                    <a:pt x="3478530" y="2132699"/>
                    <a:pt x="3478530" y="2132699"/>
                  </a:cubicBezTo>
                  <a:cubicBezTo>
                    <a:pt x="3478530" y="2132699"/>
                    <a:pt x="3482340" y="2136509"/>
                    <a:pt x="3484880" y="2139049"/>
                  </a:cubicBezTo>
                  <a:cubicBezTo>
                    <a:pt x="3486150" y="2140319"/>
                    <a:pt x="3489960" y="2144129"/>
                    <a:pt x="3491230" y="2144129"/>
                  </a:cubicBezTo>
                  <a:cubicBezTo>
                    <a:pt x="3491230" y="2144129"/>
                    <a:pt x="3493770" y="2147939"/>
                    <a:pt x="3495040" y="2150479"/>
                  </a:cubicBezTo>
                  <a:cubicBezTo>
                    <a:pt x="3496310" y="2153019"/>
                    <a:pt x="3498850" y="2156829"/>
                    <a:pt x="3500120" y="2156829"/>
                  </a:cubicBezTo>
                  <a:cubicBezTo>
                    <a:pt x="3500120" y="2156829"/>
                    <a:pt x="3501390" y="2161909"/>
                    <a:pt x="3502660" y="2164449"/>
                  </a:cubicBezTo>
                  <a:cubicBezTo>
                    <a:pt x="3502660" y="2166989"/>
                    <a:pt x="3505200" y="2172069"/>
                    <a:pt x="3505200" y="2172069"/>
                  </a:cubicBezTo>
                  <a:cubicBezTo>
                    <a:pt x="3505200" y="2172069"/>
                    <a:pt x="3505200" y="2178419"/>
                    <a:pt x="3505200" y="2180959"/>
                  </a:cubicBezTo>
                  <a:cubicBezTo>
                    <a:pt x="3506470" y="2183499"/>
                    <a:pt x="3506470" y="2188579"/>
                    <a:pt x="3506470" y="2188579"/>
                  </a:cubicBezTo>
                  <a:cubicBezTo>
                    <a:pt x="3506470" y="2188579"/>
                    <a:pt x="3506470" y="2193659"/>
                    <a:pt x="3505200" y="2196199"/>
                  </a:cubicBezTo>
                  <a:cubicBezTo>
                    <a:pt x="3505200" y="2198739"/>
                    <a:pt x="3503930" y="2203819"/>
                    <a:pt x="3503930" y="2203819"/>
                  </a:cubicBezTo>
                  <a:cubicBezTo>
                    <a:pt x="3503930" y="2205089"/>
                    <a:pt x="3502660" y="2208899"/>
                    <a:pt x="3501390" y="2211439"/>
                  </a:cubicBezTo>
                  <a:cubicBezTo>
                    <a:pt x="3500120" y="2213979"/>
                    <a:pt x="3498850" y="2219059"/>
                    <a:pt x="3498850" y="2219059"/>
                  </a:cubicBezTo>
                  <a:cubicBezTo>
                    <a:pt x="3498850" y="2219059"/>
                    <a:pt x="3495040" y="2224139"/>
                    <a:pt x="3493770" y="2225409"/>
                  </a:cubicBezTo>
                  <a:cubicBezTo>
                    <a:pt x="3492500" y="2227949"/>
                    <a:pt x="3488690" y="2231759"/>
                    <a:pt x="3488690" y="2231759"/>
                  </a:cubicBezTo>
                  <a:cubicBezTo>
                    <a:pt x="3488690" y="2233029"/>
                    <a:pt x="3484880" y="2235569"/>
                    <a:pt x="3482340" y="2238109"/>
                  </a:cubicBezTo>
                  <a:cubicBezTo>
                    <a:pt x="3481070" y="2239379"/>
                    <a:pt x="3477260" y="2243189"/>
                    <a:pt x="3477260" y="2243189"/>
                  </a:cubicBezTo>
                  <a:cubicBezTo>
                    <a:pt x="3477260" y="2243189"/>
                    <a:pt x="3472180" y="2245729"/>
                    <a:pt x="3469640" y="2245729"/>
                  </a:cubicBezTo>
                  <a:cubicBezTo>
                    <a:pt x="3467100" y="2246999"/>
                    <a:pt x="3462020" y="2249539"/>
                    <a:pt x="3462020" y="2249539"/>
                  </a:cubicBezTo>
                  <a:cubicBezTo>
                    <a:pt x="3462020" y="2249539"/>
                    <a:pt x="3456940" y="2250809"/>
                    <a:pt x="3454400" y="2252079"/>
                  </a:cubicBezTo>
                  <a:cubicBezTo>
                    <a:pt x="3451860" y="2252079"/>
                    <a:pt x="3446780" y="2253349"/>
                    <a:pt x="3446780" y="2253349"/>
                  </a:cubicBezTo>
                  <a:cubicBezTo>
                    <a:pt x="3446780" y="2253349"/>
                    <a:pt x="3441700" y="2253349"/>
                    <a:pt x="3439160" y="2253349"/>
                  </a:cubicBezTo>
                  <a:cubicBezTo>
                    <a:pt x="3436620" y="2253349"/>
                    <a:pt x="3430270" y="2253349"/>
                    <a:pt x="3430270" y="2253349"/>
                  </a:cubicBezTo>
                  <a:cubicBezTo>
                    <a:pt x="3430270" y="2253349"/>
                    <a:pt x="3425190" y="2252079"/>
                    <a:pt x="3422650" y="2250809"/>
                  </a:cubicBezTo>
                  <a:cubicBezTo>
                    <a:pt x="3420110" y="2250809"/>
                    <a:pt x="3415030" y="2249539"/>
                    <a:pt x="3415030" y="2249539"/>
                  </a:cubicBezTo>
                  <a:cubicBezTo>
                    <a:pt x="3415030" y="2249539"/>
                    <a:pt x="3360420" y="2262239"/>
                    <a:pt x="3327400" y="2262239"/>
                  </a:cubicBezTo>
                  <a:cubicBezTo>
                    <a:pt x="3285490" y="2262239"/>
                    <a:pt x="3227070" y="2252079"/>
                    <a:pt x="3186430" y="2244459"/>
                  </a:cubicBezTo>
                  <a:cubicBezTo>
                    <a:pt x="3154680" y="2239379"/>
                    <a:pt x="3129280" y="2233029"/>
                    <a:pt x="3101340" y="2227949"/>
                  </a:cubicBezTo>
                  <a:cubicBezTo>
                    <a:pt x="3074670" y="2222869"/>
                    <a:pt x="3027680" y="2222869"/>
                    <a:pt x="3020060" y="2215249"/>
                  </a:cubicBezTo>
                  <a:cubicBezTo>
                    <a:pt x="3016250" y="2212709"/>
                    <a:pt x="3018790" y="2208899"/>
                    <a:pt x="3017520" y="2207629"/>
                  </a:cubicBezTo>
                  <a:cubicBezTo>
                    <a:pt x="3014980" y="2205089"/>
                    <a:pt x="3011170" y="2206359"/>
                    <a:pt x="3008630" y="2205089"/>
                  </a:cubicBezTo>
                  <a:cubicBezTo>
                    <a:pt x="3006090" y="2205089"/>
                    <a:pt x="2999740" y="2203819"/>
                    <a:pt x="2999740" y="2203819"/>
                  </a:cubicBezTo>
                  <a:cubicBezTo>
                    <a:pt x="2999740" y="2203819"/>
                    <a:pt x="2994660" y="2201279"/>
                    <a:pt x="2992120" y="2200009"/>
                  </a:cubicBezTo>
                  <a:cubicBezTo>
                    <a:pt x="2989580" y="2198739"/>
                    <a:pt x="2984500" y="2196199"/>
                    <a:pt x="2984500" y="2196199"/>
                  </a:cubicBezTo>
                  <a:cubicBezTo>
                    <a:pt x="2983230" y="2196199"/>
                    <a:pt x="2979420" y="2192389"/>
                    <a:pt x="2976880" y="2189849"/>
                  </a:cubicBezTo>
                  <a:cubicBezTo>
                    <a:pt x="2974340" y="2188579"/>
                    <a:pt x="2970530" y="2184769"/>
                    <a:pt x="2970530" y="2184769"/>
                  </a:cubicBezTo>
                  <a:cubicBezTo>
                    <a:pt x="2970530" y="2184769"/>
                    <a:pt x="2966720" y="2179689"/>
                    <a:pt x="2965450" y="2177149"/>
                  </a:cubicBezTo>
                  <a:cubicBezTo>
                    <a:pt x="2962910" y="2174609"/>
                    <a:pt x="2959100" y="2170799"/>
                    <a:pt x="2959100" y="2169529"/>
                  </a:cubicBezTo>
                  <a:cubicBezTo>
                    <a:pt x="2959100" y="2169529"/>
                    <a:pt x="2957830" y="2164449"/>
                    <a:pt x="2956560" y="2161909"/>
                  </a:cubicBezTo>
                  <a:cubicBezTo>
                    <a:pt x="2955290" y="2159369"/>
                    <a:pt x="2952750" y="2154289"/>
                    <a:pt x="2952750" y="2153019"/>
                  </a:cubicBezTo>
                  <a:cubicBezTo>
                    <a:pt x="2952750" y="2153019"/>
                    <a:pt x="2951480" y="2147939"/>
                    <a:pt x="2951480" y="2145399"/>
                  </a:cubicBezTo>
                  <a:cubicBezTo>
                    <a:pt x="2951480" y="2141589"/>
                    <a:pt x="2950210" y="2136509"/>
                    <a:pt x="2950210" y="2136509"/>
                  </a:cubicBezTo>
                  <a:cubicBezTo>
                    <a:pt x="2950210" y="2136509"/>
                    <a:pt x="2950210" y="2130159"/>
                    <a:pt x="2951480" y="2127619"/>
                  </a:cubicBezTo>
                  <a:cubicBezTo>
                    <a:pt x="2951480" y="2123809"/>
                    <a:pt x="2951480" y="2118729"/>
                    <a:pt x="2951480" y="2118729"/>
                  </a:cubicBezTo>
                  <a:cubicBezTo>
                    <a:pt x="2951480" y="2118729"/>
                    <a:pt x="2954020" y="2112379"/>
                    <a:pt x="2954020" y="2109839"/>
                  </a:cubicBezTo>
                  <a:cubicBezTo>
                    <a:pt x="2955290" y="2107299"/>
                    <a:pt x="2957830" y="2100949"/>
                    <a:pt x="2957830" y="2100949"/>
                  </a:cubicBezTo>
                  <a:cubicBezTo>
                    <a:pt x="2957830" y="2100949"/>
                    <a:pt x="2960370" y="2098409"/>
                    <a:pt x="2960370" y="2097139"/>
                  </a:cubicBezTo>
                  <a:cubicBezTo>
                    <a:pt x="2960370" y="2095869"/>
                    <a:pt x="2957830" y="2095869"/>
                    <a:pt x="2955290" y="2094599"/>
                  </a:cubicBezTo>
                  <a:cubicBezTo>
                    <a:pt x="2938780" y="2089519"/>
                    <a:pt x="2782570" y="2052689"/>
                    <a:pt x="2781300" y="2053959"/>
                  </a:cubicBezTo>
                  <a:cubicBezTo>
                    <a:pt x="2781300" y="2053959"/>
                    <a:pt x="2782570" y="2059039"/>
                    <a:pt x="2782570" y="2061579"/>
                  </a:cubicBezTo>
                  <a:cubicBezTo>
                    <a:pt x="2783840" y="2064119"/>
                    <a:pt x="2783840" y="2069199"/>
                    <a:pt x="2783840" y="2069199"/>
                  </a:cubicBezTo>
                  <a:cubicBezTo>
                    <a:pt x="2783840" y="2070469"/>
                    <a:pt x="2783840" y="2075549"/>
                    <a:pt x="2783840" y="2078089"/>
                  </a:cubicBezTo>
                  <a:cubicBezTo>
                    <a:pt x="2783840" y="2080629"/>
                    <a:pt x="2783840" y="2085709"/>
                    <a:pt x="2782570" y="2085709"/>
                  </a:cubicBezTo>
                  <a:cubicBezTo>
                    <a:pt x="2782570" y="2085709"/>
                    <a:pt x="2780030" y="2090789"/>
                    <a:pt x="2781300" y="2092059"/>
                  </a:cubicBezTo>
                  <a:cubicBezTo>
                    <a:pt x="2782570" y="2093329"/>
                    <a:pt x="2787650" y="2092059"/>
                    <a:pt x="2790190" y="2094599"/>
                  </a:cubicBezTo>
                  <a:cubicBezTo>
                    <a:pt x="2795270" y="2097139"/>
                    <a:pt x="2799080" y="2106029"/>
                    <a:pt x="2802890" y="2108569"/>
                  </a:cubicBezTo>
                  <a:cubicBezTo>
                    <a:pt x="2805430" y="2109839"/>
                    <a:pt x="2807970" y="2111109"/>
                    <a:pt x="2810510" y="2111109"/>
                  </a:cubicBezTo>
                  <a:cubicBezTo>
                    <a:pt x="2814320" y="2112379"/>
                    <a:pt x="2819400" y="2114919"/>
                    <a:pt x="2819400" y="2114919"/>
                  </a:cubicBezTo>
                  <a:cubicBezTo>
                    <a:pt x="2819400" y="2114919"/>
                    <a:pt x="2824480" y="2117459"/>
                    <a:pt x="2827020" y="2119999"/>
                  </a:cubicBezTo>
                  <a:cubicBezTo>
                    <a:pt x="2829560" y="2121269"/>
                    <a:pt x="2834640" y="2125079"/>
                    <a:pt x="2834640" y="2125079"/>
                  </a:cubicBezTo>
                  <a:cubicBezTo>
                    <a:pt x="2834640" y="2125079"/>
                    <a:pt x="2838450" y="2128889"/>
                    <a:pt x="2839720" y="2131429"/>
                  </a:cubicBezTo>
                  <a:cubicBezTo>
                    <a:pt x="2842260" y="2133969"/>
                    <a:pt x="2846070" y="2137779"/>
                    <a:pt x="2846070" y="2137779"/>
                  </a:cubicBezTo>
                  <a:cubicBezTo>
                    <a:pt x="2846070" y="2137779"/>
                    <a:pt x="2849880" y="2142859"/>
                    <a:pt x="2851150" y="2145399"/>
                  </a:cubicBezTo>
                  <a:cubicBezTo>
                    <a:pt x="2852420" y="2147939"/>
                    <a:pt x="2854960" y="2153019"/>
                    <a:pt x="2854960" y="2154289"/>
                  </a:cubicBezTo>
                  <a:cubicBezTo>
                    <a:pt x="2854960" y="2154289"/>
                    <a:pt x="2856230" y="2159369"/>
                    <a:pt x="2857500" y="2161909"/>
                  </a:cubicBezTo>
                  <a:cubicBezTo>
                    <a:pt x="2857500" y="2165719"/>
                    <a:pt x="2860040" y="2170799"/>
                    <a:pt x="2860040" y="2170799"/>
                  </a:cubicBezTo>
                  <a:cubicBezTo>
                    <a:pt x="2860040" y="2170799"/>
                    <a:pt x="2860040" y="2177149"/>
                    <a:pt x="2860040" y="2179689"/>
                  </a:cubicBezTo>
                  <a:cubicBezTo>
                    <a:pt x="2860040" y="2183499"/>
                    <a:pt x="2860040" y="2188579"/>
                    <a:pt x="2860040" y="2188579"/>
                  </a:cubicBezTo>
                  <a:cubicBezTo>
                    <a:pt x="2860040" y="2189849"/>
                    <a:pt x="2858770" y="2194929"/>
                    <a:pt x="2857500" y="2197469"/>
                  </a:cubicBezTo>
                  <a:cubicBezTo>
                    <a:pt x="2857500" y="2201279"/>
                    <a:pt x="2856230" y="2206359"/>
                    <a:pt x="2856230" y="2206359"/>
                  </a:cubicBezTo>
                  <a:cubicBezTo>
                    <a:pt x="2856230" y="2206359"/>
                    <a:pt x="2852420" y="2211439"/>
                    <a:pt x="2851150" y="2215249"/>
                  </a:cubicBezTo>
                  <a:cubicBezTo>
                    <a:pt x="2849880" y="2217789"/>
                    <a:pt x="2847340" y="2222869"/>
                    <a:pt x="2847340" y="2222869"/>
                  </a:cubicBezTo>
                  <a:cubicBezTo>
                    <a:pt x="2847340" y="2222869"/>
                    <a:pt x="2843530" y="2226679"/>
                    <a:pt x="2842260" y="2229219"/>
                  </a:cubicBezTo>
                  <a:cubicBezTo>
                    <a:pt x="2839720" y="2231759"/>
                    <a:pt x="2835910" y="2236839"/>
                    <a:pt x="2835910" y="2236839"/>
                  </a:cubicBezTo>
                  <a:cubicBezTo>
                    <a:pt x="2835910" y="2236839"/>
                    <a:pt x="2830830" y="2239379"/>
                    <a:pt x="2828290" y="2241919"/>
                  </a:cubicBezTo>
                  <a:cubicBezTo>
                    <a:pt x="2825750" y="2243189"/>
                    <a:pt x="2820670" y="2246999"/>
                    <a:pt x="2820670" y="2246999"/>
                  </a:cubicBezTo>
                  <a:cubicBezTo>
                    <a:pt x="2820670" y="2246999"/>
                    <a:pt x="2815590" y="2249539"/>
                    <a:pt x="2813050" y="2249539"/>
                  </a:cubicBezTo>
                  <a:cubicBezTo>
                    <a:pt x="2810510" y="2250809"/>
                    <a:pt x="2804160" y="2253349"/>
                    <a:pt x="2804160" y="2253349"/>
                  </a:cubicBezTo>
                  <a:cubicBezTo>
                    <a:pt x="2804160" y="2253349"/>
                    <a:pt x="2797810" y="2254619"/>
                    <a:pt x="2795270" y="2254619"/>
                  </a:cubicBezTo>
                  <a:cubicBezTo>
                    <a:pt x="2792730" y="2254619"/>
                    <a:pt x="2786380" y="2255889"/>
                    <a:pt x="2786380" y="2255889"/>
                  </a:cubicBezTo>
                  <a:cubicBezTo>
                    <a:pt x="2786380" y="2255889"/>
                    <a:pt x="2780030" y="2254619"/>
                    <a:pt x="2777490" y="2254619"/>
                  </a:cubicBezTo>
                  <a:cubicBezTo>
                    <a:pt x="2774950" y="2254619"/>
                    <a:pt x="2768600" y="2253349"/>
                    <a:pt x="2768600" y="2253349"/>
                  </a:cubicBezTo>
                  <a:cubicBezTo>
                    <a:pt x="2768600" y="2253349"/>
                    <a:pt x="2715260" y="2264779"/>
                    <a:pt x="2686050" y="2267319"/>
                  </a:cubicBezTo>
                  <a:cubicBezTo>
                    <a:pt x="2654300" y="2269859"/>
                    <a:pt x="2618740" y="2267319"/>
                    <a:pt x="2585720" y="2267319"/>
                  </a:cubicBezTo>
                  <a:cubicBezTo>
                    <a:pt x="2552700" y="2267319"/>
                    <a:pt x="2518410" y="2267319"/>
                    <a:pt x="2487930" y="2267319"/>
                  </a:cubicBezTo>
                  <a:cubicBezTo>
                    <a:pt x="2461260" y="2267319"/>
                    <a:pt x="2421890" y="2266049"/>
                    <a:pt x="2415540" y="2267319"/>
                  </a:cubicBezTo>
                  <a:cubicBezTo>
                    <a:pt x="2414270" y="2267319"/>
                    <a:pt x="2414270" y="2267319"/>
                    <a:pt x="2413000" y="2267319"/>
                  </a:cubicBezTo>
                  <a:cubicBezTo>
                    <a:pt x="2411730" y="2268589"/>
                    <a:pt x="2404110" y="2269859"/>
                    <a:pt x="2404110" y="2269859"/>
                  </a:cubicBezTo>
                  <a:cubicBezTo>
                    <a:pt x="2404110" y="2269859"/>
                    <a:pt x="2397760" y="2269859"/>
                    <a:pt x="2395220" y="2271129"/>
                  </a:cubicBezTo>
                  <a:cubicBezTo>
                    <a:pt x="2391410" y="2271129"/>
                    <a:pt x="2386330" y="2271129"/>
                    <a:pt x="2386330" y="2271129"/>
                  </a:cubicBezTo>
                  <a:cubicBezTo>
                    <a:pt x="2385060" y="2271129"/>
                    <a:pt x="2367280" y="2267319"/>
                    <a:pt x="2354580" y="2267319"/>
                  </a:cubicBezTo>
                  <a:cubicBezTo>
                    <a:pt x="2336800" y="2266049"/>
                    <a:pt x="2310130" y="2268589"/>
                    <a:pt x="2289810" y="2267319"/>
                  </a:cubicBezTo>
                  <a:cubicBezTo>
                    <a:pt x="2272030" y="2266049"/>
                    <a:pt x="2245360" y="2257159"/>
                    <a:pt x="2241550" y="2259699"/>
                  </a:cubicBezTo>
                  <a:cubicBezTo>
                    <a:pt x="2240280" y="2260969"/>
                    <a:pt x="2240280" y="2260969"/>
                    <a:pt x="2240280" y="2262239"/>
                  </a:cubicBezTo>
                  <a:cubicBezTo>
                    <a:pt x="2239010" y="2264779"/>
                    <a:pt x="2236470" y="2269859"/>
                    <a:pt x="2236470" y="2269859"/>
                  </a:cubicBezTo>
                  <a:cubicBezTo>
                    <a:pt x="2236470" y="2269859"/>
                    <a:pt x="2233930" y="2274939"/>
                    <a:pt x="2232660" y="2276209"/>
                  </a:cubicBezTo>
                  <a:cubicBezTo>
                    <a:pt x="2230120" y="2278749"/>
                    <a:pt x="2227580" y="2282559"/>
                    <a:pt x="2227580" y="2282559"/>
                  </a:cubicBezTo>
                  <a:cubicBezTo>
                    <a:pt x="2227580" y="2282559"/>
                    <a:pt x="2223770" y="2286369"/>
                    <a:pt x="2221230" y="2287639"/>
                  </a:cubicBezTo>
                  <a:cubicBezTo>
                    <a:pt x="2218690" y="2290179"/>
                    <a:pt x="2214880" y="2292719"/>
                    <a:pt x="2214880" y="2292719"/>
                  </a:cubicBezTo>
                  <a:cubicBezTo>
                    <a:pt x="2214880" y="2293989"/>
                    <a:pt x="2209800" y="2295259"/>
                    <a:pt x="2207260" y="2296529"/>
                  </a:cubicBezTo>
                  <a:cubicBezTo>
                    <a:pt x="2204720" y="2297799"/>
                    <a:pt x="2200910" y="2300339"/>
                    <a:pt x="2200910" y="2300339"/>
                  </a:cubicBezTo>
                  <a:cubicBezTo>
                    <a:pt x="2200910" y="2300339"/>
                    <a:pt x="2195830" y="2301609"/>
                    <a:pt x="2192020" y="2301609"/>
                  </a:cubicBezTo>
                  <a:cubicBezTo>
                    <a:pt x="2189480" y="2302879"/>
                    <a:pt x="2184400" y="2304149"/>
                    <a:pt x="2184400" y="2304149"/>
                  </a:cubicBezTo>
                  <a:cubicBezTo>
                    <a:pt x="2184400" y="2304149"/>
                    <a:pt x="2179320" y="2302879"/>
                    <a:pt x="2176780" y="2302879"/>
                  </a:cubicBezTo>
                  <a:cubicBezTo>
                    <a:pt x="2174240" y="2302879"/>
                    <a:pt x="2169160" y="2302879"/>
                    <a:pt x="2169160" y="2302879"/>
                  </a:cubicBezTo>
                  <a:cubicBezTo>
                    <a:pt x="2169160" y="2302879"/>
                    <a:pt x="2164080" y="2301609"/>
                    <a:pt x="2161540" y="2300339"/>
                  </a:cubicBezTo>
                  <a:cubicBezTo>
                    <a:pt x="2159000" y="2300339"/>
                    <a:pt x="2153920" y="2299069"/>
                    <a:pt x="2152650" y="2299069"/>
                  </a:cubicBezTo>
                  <a:cubicBezTo>
                    <a:pt x="2152650" y="2299069"/>
                    <a:pt x="2100580" y="2306689"/>
                    <a:pt x="2070100" y="2309229"/>
                  </a:cubicBezTo>
                  <a:cubicBezTo>
                    <a:pt x="2032000" y="2311769"/>
                    <a:pt x="1983740" y="2309229"/>
                    <a:pt x="1939290" y="2307959"/>
                  </a:cubicBezTo>
                  <a:cubicBezTo>
                    <a:pt x="1889760" y="2307959"/>
                    <a:pt x="1837690" y="2307959"/>
                    <a:pt x="1786890" y="2305419"/>
                  </a:cubicBezTo>
                  <a:cubicBezTo>
                    <a:pt x="1736090" y="2302879"/>
                    <a:pt x="1638300" y="2291449"/>
                    <a:pt x="1633220" y="2292719"/>
                  </a:cubicBezTo>
                  <a:cubicBezTo>
                    <a:pt x="1633220" y="2292719"/>
                    <a:pt x="1631950" y="2292719"/>
                    <a:pt x="1631950" y="2292719"/>
                  </a:cubicBezTo>
                  <a:cubicBezTo>
                    <a:pt x="1631950" y="2292719"/>
                    <a:pt x="1626870" y="2292719"/>
                    <a:pt x="1623060" y="2292719"/>
                  </a:cubicBezTo>
                  <a:cubicBezTo>
                    <a:pt x="1620520" y="2292719"/>
                    <a:pt x="1614170" y="2293989"/>
                    <a:pt x="1614170" y="2293989"/>
                  </a:cubicBezTo>
                  <a:cubicBezTo>
                    <a:pt x="1614170" y="2293989"/>
                    <a:pt x="1609090" y="2291449"/>
                    <a:pt x="1602740" y="2291449"/>
                  </a:cubicBezTo>
                  <a:cubicBezTo>
                    <a:pt x="1583690" y="2287639"/>
                    <a:pt x="1511300" y="2278749"/>
                    <a:pt x="1479550" y="2274939"/>
                  </a:cubicBezTo>
                  <a:cubicBezTo>
                    <a:pt x="1461770" y="2272399"/>
                    <a:pt x="1454150" y="2272399"/>
                    <a:pt x="1435100" y="2268589"/>
                  </a:cubicBezTo>
                  <a:cubicBezTo>
                    <a:pt x="1398270" y="2262239"/>
                    <a:pt x="1316990" y="2240649"/>
                    <a:pt x="1273810" y="2231759"/>
                  </a:cubicBezTo>
                  <a:cubicBezTo>
                    <a:pt x="1244600" y="2224139"/>
                    <a:pt x="1221740" y="2203819"/>
                    <a:pt x="1200150" y="2215249"/>
                  </a:cubicBezTo>
                  <a:cubicBezTo>
                    <a:pt x="1160780" y="2239379"/>
                    <a:pt x="1149350" y="2396859"/>
                    <a:pt x="1122680" y="2483219"/>
                  </a:cubicBezTo>
                  <a:cubicBezTo>
                    <a:pt x="1098550" y="2567039"/>
                    <a:pt x="1070610" y="2649589"/>
                    <a:pt x="1046480" y="2727059"/>
                  </a:cubicBezTo>
                  <a:cubicBezTo>
                    <a:pt x="1024890" y="2795639"/>
                    <a:pt x="1003300" y="2861679"/>
                    <a:pt x="986790" y="2925179"/>
                  </a:cubicBezTo>
                  <a:cubicBezTo>
                    <a:pt x="971550" y="2981059"/>
                    <a:pt x="961390" y="3042019"/>
                    <a:pt x="947420" y="3087739"/>
                  </a:cubicBezTo>
                  <a:cubicBezTo>
                    <a:pt x="938530" y="3123299"/>
                    <a:pt x="925830" y="3153779"/>
                    <a:pt x="918210" y="3180449"/>
                  </a:cubicBezTo>
                  <a:cubicBezTo>
                    <a:pt x="911860" y="3199499"/>
                    <a:pt x="906780" y="3223629"/>
                    <a:pt x="904240" y="3232519"/>
                  </a:cubicBezTo>
                  <a:cubicBezTo>
                    <a:pt x="902970" y="3236329"/>
                    <a:pt x="901700" y="3237599"/>
                    <a:pt x="900430" y="3240139"/>
                  </a:cubicBezTo>
                  <a:cubicBezTo>
                    <a:pt x="900430" y="3242679"/>
                    <a:pt x="897890" y="3246489"/>
                    <a:pt x="897890" y="3246489"/>
                  </a:cubicBezTo>
                  <a:cubicBezTo>
                    <a:pt x="897890" y="3246489"/>
                    <a:pt x="895350" y="3251569"/>
                    <a:pt x="894080" y="3252839"/>
                  </a:cubicBezTo>
                  <a:cubicBezTo>
                    <a:pt x="891540" y="3255379"/>
                    <a:pt x="889000" y="3259189"/>
                    <a:pt x="889000" y="3259189"/>
                  </a:cubicBezTo>
                  <a:cubicBezTo>
                    <a:pt x="889000" y="3259189"/>
                    <a:pt x="885190" y="3262999"/>
                    <a:pt x="883920" y="3264269"/>
                  </a:cubicBezTo>
                  <a:cubicBezTo>
                    <a:pt x="881380" y="3265539"/>
                    <a:pt x="877570" y="3269349"/>
                    <a:pt x="877570" y="3269349"/>
                  </a:cubicBezTo>
                  <a:cubicBezTo>
                    <a:pt x="877570" y="3269349"/>
                    <a:pt x="872490" y="3271889"/>
                    <a:pt x="871220" y="3273159"/>
                  </a:cubicBezTo>
                  <a:cubicBezTo>
                    <a:pt x="868680" y="3274429"/>
                    <a:pt x="863600" y="3276969"/>
                    <a:pt x="863600" y="3276969"/>
                  </a:cubicBezTo>
                  <a:cubicBezTo>
                    <a:pt x="863600" y="3276969"/>
                    <a:pt x="858520" y="3278239"/>
                    <a:pt x="855980" y="3278239"/>
                  </a:cubicBezTo>
                  <a:cubicBezTo>
                    <a:pt x="853440" y="3278239"/>
                    <a:pt x="849630" y="3279509"/>
                    <a:pt x="849630" y="3279509"/>
                  </a:cubicBezTo>
                  <a:cubicBezTo>
                    <a:pt x="848360" y="3279509"/>
                    <a:pt x="844550" y="3279509"/>
                    <a:pt x="840740" y="3279509"/>
                  </a:cubicBezTo>
                  <a:cubicBezTo>
                    <a:pt x="838200" y="3279509"/>
                    <a:pt x="834390" y="3279509"/>
                    <a:pt x="833120" y="3279509"/>
                  </a:cubicBezTo>
                  <a:cubicBezTo>
                    <a:pt x="833120" y="3279509"/>
                    <a:pt x="829310" y="3278239"/>
                    <a:pt x="826770" y="3278239"/>
                  </a:cubicBezTo>
                  <a:cubicBezTo>
                    <a:pt x="824230" y="3276969"/>
                    <a:pt x="819150" y="3275699"/>
                    <a:pt x="819150" y="3275699"/>
                  </a:cubicBezTo>
                  <a:cubicBezTo>
                    <a:pt x="819150" y="3275699"/>
                    <a:pt x="814070" y="3273159"/>
                    <a:pt x="811530" y="3271889"/>
                  </a:cubicBezTo>
                  <a:cubicBezTo>
                    <a:pt x="810260" y="3270619"/>
                    <a:pt x="805180" y="3268079"/>
                    <a:pt x="805180" y="3268079"/>
                  </a:cubicBezTo>
                  <a:cubicBezTo>
                    <a:pt x="805180" y="3268079"/>
                    <a:pt x="801370" y="3265539"/>
                    <a:pt x="800100" y="3262999"/>
                  </a:cubicBezTo>
                  <a:cubicBezTo>
                    <a:pt x="797560" y="3261729"/>
                    <a:pt x="793750" y="3257919"/>
                    <a:pt x="793750" y="3257919"/>
                  </a:cubicBezTo>
                  <a:cubicBezTo>
                    <a:pt x="793750" y="3257919"/>
                    <a:pt x="791210" y="3254109"/>
                    <a:pt x="789940" y="3251569"/>
                  </a:cubicBezTo>
                  <a:cubicBezTo>
                    <a:pt x="788670" y="3250299"/>
                    <a:pt x="786130" y="3245219"/>
                    <a:pt x="784860" y="3245219"/>
                  </a:cubicBezTo>
                  <a:cubicBezTo>
                    <a:pt x="784860" y="3245219"/>
                    <a:pt x="783590" y="3241409"/>
                    <a:pt x="782320" y="3238869"/>
                  </a:cubicBezTo>
                  <a:cubicBezTo>
                    <a:pt x="782320" y="3236329"/>
                    <a:pt x="779780" y="3231249"/>
                    <a:pt x="779780" y="3231249"/>
                  </a:cubicBezTo>
                  <a:cubicBezTo>
                    <a:pt x="779780" y="3231249"/>
                    <a:pt x="779780" y="3226169"/>
                    <a:pt x="779780" y="3223629"/>
                  </a:cubicBezTo>
                  <a:cubicBezTo>
                    <a:pt x="778510" y="3221089"/>
                    <a:pt x="778510" y="3216009"/>
                    <a:pt x="778510" y="3216009"/>
                  </a:cubicBezTo>
                  <a:cubicBezTo>
                    <a:pt x="778510" y="3216009"/>
                    <a:pt x="779780" y="3210929"/>
                    <a:pt x="779780" y="3208389"/>
                  </a:cubicBezTo>
                  <a:cubicBezTo>
                    <a:pt x="779780" y="3205849"/>
                    <a:pt x="781050" y="3200769"/>
                    <a:pt x="781050" y="3200769"/>
                  </a:cubicBezTo>
                  <a:cubicBezTo>
                    <a:pt x="781050" y="3200769"/>
                    <a:pt x="768350" y="3119489"/>
                    <a:pt x="772160" y="3073769"/>
                  </a:cubicBezTo>
                  <a:cubicBezTo>
                    <a:pt x="777240" y="3019159"/>
                    <a:pt x="803910" y="2959469"/>
                    <a:pt x="817880" y="2895969"/>
                  </a:cubicBezTo>
                  <a:cubicBezTo>
                    <a:pt x="834390" y="2824849"/>
                    <a:pt x="847090" y="2729599"/>
                    <a:pt x="863600" y="2666099"/>
                  </a:cubicBezTo>
                  <a:cubicBezTo>
                    <a:pt x="876300" y="2619109"/>
                    <a:pt x="906780" y="2558149"/>
                    <a:pt x="904240" y="2545449"/>
                  </a:cubicBezTo>
                  <a:cubicBezTo>
                    <a:pt x="902970" y="2542909"/>
                    <a:pt x="900430" y="2541639"/>
                    <a:pt x="900430" y="2540369"/>
                  </a:cubicBezTo>
                  <a:cubicBezTo>
                    <a:pt x="900430" y="2540369"/>
                    <a:pt x="897890" y="2536559"/>
                    <a:pt x="896620" y="2534019"/>
                  </a:cubicBezTo>
                  <a:cubicBezTo>
                    <a:pt x="895350" y="2531479"/>
                    <a:pt x="892810" y="2527669"/>
                    <a:pt x="892810" y="2527669"/>
                  </a:cubicBezTo>
                  <a:cubicBezTo>
                    <a:pt x="892810" y="2527669"/>
                    <a:pt x="891540" y="2522589"/>
                    <a:pt x="891540" y="2520049"/>
                  </a:cubicBezTo>
                  <a:cubicBezTo>
                    <a:pt x="890270" y="2517509"/>
                    <a:pt x="889000" y="2512429"/>
                    <a:pt x="889000" y="2512429"/>
                  </a:cubicBezTo>
                  <a:cubicBezTo>
                    <a:pt x="889000" y="2512429"/>
                    <a:pt x="889000" y="2507349"/>
                    <a:pt x="889000" y="2504809"/>
                  </a:cubicBezTo>
                  <a:cubicBezTo>
                    <a:pt x="889000" y="2502269"/>
                    <a:pt x="889000" y="2497189"/>
                    <a:pt x="889000" y="2495919"/>
                  </a:cubicBezTo>
                  <a:cubicBezTo>
                    <a:pt x="889000" y="2495919"/>
                    <a:pt x="890270" y="2492109"/>
                    <a:pt x="891540" y="2489569"/>
                  </a:cubicBezTo>
                  <a:cubicBezTo>
                    <a:pt x="891540" y="2487029"/>
                    <a:pt x="892810" y="2481949"/>
                    <a:pt x="892810" y="2481949"/>
                  </a:cubicBezTo>
                  <a:cubicBezTo>
                    <a:pt x="892810" y="2480679"/>
                    <a:pt x="880110" y="2305419"/>
                    <a:pt x="886460" y="2241919"/>
                  </a:cubicBezTo>
                  <a:cubicBezTo>
                    <a:pt x="890270" y="2198739"/>
                    <a:pt x="916940" y="2147939"/>
                    <a:pt x="909320" y="2136509"/>
                  </a:cubicBezTo>
                  <a:cubicBezTo>
                    <a:pt x="906780" y="2132699"/>
                    <a:pt x="901700" y="2135239"/>
                    <a:pt x="892810" y="2133969"/>
                  </a:cubicBezTo>
                  <a:cubicBezTo>
                    <a:pt x="872490" y="2132699"/>
                    <a:pt x="819150" y="2131429"/>
                    <a:pt x="779780" y="2128889"/>
                  </a:cubicBezTo>
                  <a:cubicBezTo>
                    <a:pt x="739140" y="2125079"/>
                    <a:pt x="694690" y="2117459"/>
                    <a:pt x="652780" y="2113649"/>
                  </a:cubicBezTo>
                  <a:cubicBezTo>
                    <a:pt x="612140" y="2111109"/>
                    <a:pt x="571500" y="2111109"/>
                    <a:pt x="532130" y="2107299"/>
                  </a:cubicBezTo>
                  <a:cubicBezTo>
                    <a:pt x="496570" y="2104759"/>
                    <a:pt x="458470" y="2097139"/>
                    <a:pt x="429260" y="2094599"/>
                  </a:cubicBezTo>
                  <a:cubicBezTo>
                    <a:pt x="406400" y="2093329"/>
                    <a:pt x="381000" y="2084439"/>
                    <a:pt x="369570" y="2094599"/>
                  </a:cubicBezTo>
                  <a:cubicBezTo>
                    <a:pt x="356870" y="2107299"/>
                    <a:pt x="369570" y="2145399"/>
                    <a:pt x="367030" y="2175879"/>
                  </a:cubicBezTo>
                  <a:cubicBezTo>
                    <a:pt x="363220" y="2213979"/>
                    <a:pt x="353060" y="2267319"/>
                    <a:pt x="349250" y="2304149"/>
                  </a:cubicBezTo>
                  <a:cubicBezTo>
                    <a:pt x="345440" y="2333359"/>
                    <a:pt x="344170" y="2360029"/>
                    <a:pt x="342900" y="2380349"/>
                  </a:cubicBezTo>
                  <a:cubicBezTo>
                    <a:pt x="341630" y="2394319"/>
                    <a:pt x="341630" y="2403209"/>
                    <a:pt x="340360" y="2415909"/>
                  </a:cubicBezTo>
                  <a:cubicBezTo>
                    <a:pt x="340360" y="2429879"/>
                    <a:pt x="340360" y="2459089"/>
                    <a:pt x="340360" y="2459089"/>
                  </a:cubicBezTo>
                  <a:cubicBezTo>
                    <a:pt x="340360" y="2459089"/>
                    <a:pt x="339090" y="2465439"/>
                    <a:pt x="339090" y="2467979"/>
                  </a:cubicBezTo>
                  <a:cubicBezTo>
                    <a:pt x="337820" y="2471789"/>
                    <a:pt x="337820" y="2476869"/>
                    <a:pt x="337820" y="2476869"/>
                  </a:cubicBezTo>
                  <a:cubicBezTo>
                    <a:pt x="337820" y="2476869"/>
                    <a:pt x="335280" y="2483219"/>
                    <a:pt x="334010" y="2485759"/>
                  </a:cubicBezTo>
                  <a:cubicBezTo>
                    <a:pt x="332740" y="2488299"/>
                    <a:pt x="330200" y="2493379"/>
                    <a:pt x="330200" y="2494649"/>
                  </a:cubicBezTo>
                  <a:cubicBezTo>
                    <a:pt x="330200" y="2494649"/>
                    <a:pt x="326390" y="2498459"/>
                    <a:pt x="325120" y="2500999"/>
                  </a:cubicBezTo>
                  <a:cubicBezTo>
                    <a:pt x="323850" y="2503539"/>
                    <a:pt x="320040" y="2508619"/>
                    <a:pt x="320040" y="2508619"/>
                  </a:cubicBezTo>
                  <a:cubicBezTo>
                    <a:pt x="320040" y="2508619"/>
                    <a:pt x="314960" y="2512429"/>
                    <a:pt x="312420" y="2514969"/>
                  </a:cubicBezTo>
                  <a:cubicBezTo>
                    <a:pt x="309880" y="2516239"/>
                    <a:pt x="306070" y="2520049"/>
                    <a:pt x="306070" y="2520049"/>
                  </a:cubicBezTo>
                  <a:cubicBezTo>
                    <a:pt x="306070" y="2520049"/>
                    <a:pt x="299720" y="2522589"/>
                    <a:pt x="297180" y="2523859"/>
                  </a:cubicBezTo>
                  <a:cubicBezTo>
                    <a:pt x="294640" y="2525129"/>
                    <a:pt x="289560" y="2527669"/>
                    <a:pt x="289560" y="2528939"/>
                  </a:cubicBezTo>
                  <a:cubicBezTo>
                    <a:pt x="289560" y="2528939"/>
                    <a:pt x="283210" y="2530209"/>
                    <a:pt x="280670" y="2530209"/>
                  </a:cubicBezTo>
                  <a:cubicBezTo>
                    <a:pt x="276860" y="2531479"/>
                    <a:pt x="271780" y="2531479"/>
                    <a:pt x="271780" y="2531479"/>
                  </a:cubicBezTo>
                  <a:cubicBezTo>
                    <a:pt x="270510" y="2532749"/>
                    <a:pt x="265430" y="2531479"/>
                    <a:pt x="261620" y="2531479"/>
                  </a:cubicBezTo>
                  <a:cubicBezTo>
                    <a:pt x="259080" y="2531479"/>
                    <a:pt x="252730" y="2531479"/>
                    <a:pt x="252730" y="2531479"/>
                  </a:cubicBezTo>
                  <a:cubicBezTo>
                    <a:pt x="252730" y="2531479"/>
                    <a:pt x="247650" y="2530209"/>
                    <a:pt x="243840" y="2528939"/>
                  </a:cubicBezTo>
                  <a:cubicBezTo>
                    <a:pt x="241300" y="2527669"/>
                    <a:pt x="236220" y="2526399"/>
                    <a:pt x="234950" y="2526399"/>
                  </a:cubicBezTo>
                  <a:cubicBezTo>
                    <a:pt x="234950" y="2526399"/>
                    <a:pt x="229870" y="2523859"/>
                    <a:pt x="227330" y="2522589"/>
                  </a:cubicBezTo>
                  <a:cubicBezTo>
                    <a:pt x="224790" y="2520049"/>
                    <a:pt x="219710" y="2517509"/>
                    <a:pt x="219710" y="2517509"/>
                  </a:cubicBezTo>
                  <a:cubicBezTo>
                    <a:pt x="219710" y="2517509"/>
                    <a:pt x="214630" y="2513699"/>
                    <a:pt x="213360" y="2511159"/>
                  </a:cubicBezTo>
                  <a:cubicBezTo>
                    <a:pt x="210820" y="2508619"/>
                    <a:pt x="207010" y="2504809"/>
                    <a:pt x="207010" y="2504809"/>
                  </a:cubicBezTo>
                  <a:cubicBezTo>
                    <a:pt x="207010" y="2504809"/>
                    <a:pt x="207010" y="2504809"/>
                    <a:pt x="205740" y="2504809"/>
                  </a:cubicBezTo>
                  <a:cubicBezTo>
                    <a:pt x="205740" y="2504809"/>
                    <a:pt x="203200" y="2499729"/>
                    <a:pt x="201930" y="2497189"/>
                  </a:cubicBezTo>
                  <a:cubicBezTo>
                    <a:pt x="199390" y="2494649"/>
                    <a:pt x="196850" y="2489569"/>
                    <a:pt x="196850" y="2489569"/>
                  </a:cubicBezTo>
                  <a:cubicBezTo>
                    <a:pt x="196850" y="2489569"/>
                    <a:pt x="194310" y="2484489"/>
                    <a:pt x="193040" y="2480679"/>
                  </a:cubicBezTo>
                  <a:cubicBezTo>
                    <a:pt x="193040" y="2478139"/>
                    <a:pt x="190500" y="2473059"/>
                    <a:pt x="190500" y="2471789"/>
                  </a:cubicBezTo>
                  <a:cubicBezTo>
                    <a:pt x="190500" y="2471789"/>
                    <a:pt x="190500" y="2466709"/>
                    <a:pt x="189230" y="2462899"/>
                  </a:cubicBezTo>
                  <a:cubicBezTo>
                    <a:pt x="189230" y="2460359"/>
                    <a:pt x="189230" y="2454009"/>
                    <a:pt x="189230" y="2454009"/>
                  </a:cubicBezTo>
                  <a:cubicBezTo>
                    <a:pt x="189230" y="2454009"/>
                    <a:pt x="187960" y="2391779"/>
                    <a:pt x="186690" y="2360029"/>
                  </a:cubicBezTo>
                  <a:cubicBezTo>
                    <a:pt x="186690" y="2329549"/>
                    <a:pt x="186690" y="2273669"/>
                    <a:pt x="185420" y="2268589"/>
                  </a:cubicBezTo>
                  <a:cubicBezTo>
                    <a:pt x="185420" y="2268589"/>
                    <a:pt x="184150" y="2262239"/>
                    <a:pt x="184150" y="2258429"/>
                  </a:cubicBezTo>
                  <a:cubicBezTo>
                    <a:pt x="184150" y="2254619"/>
                    <a:pt x="182880" y="2248269"/>
                    <a:pt x="182880" y="2248269"/>
                  </a:cubicBezTo>
                  <a:cubicBezTo>
                    <a:pt x="182880" y="2248269"/>
                    <a:pt x="182880" y="2189849"/>
                    <a:pt x="182880" y="2161909"/>
                  </a:cubicBezTo>
                  <a:cubicBezTo>
                    <a:pt x="182880" y="2136509"/>
                    <a:pt x="189230" y="2094599"/>
                    <a:pt x="184150" y="2089519"/>
                  </a:cubicBezTo>
                  <a:cubicBezTo>
                    <a:pt x="182880" y="2088249"/>
                    <a:pt x="180340" y="2089519"/>
                    <a:pt x="180340" y="2089519"/>
                  </a:cubicBezTo>
                  <a:cubicBezTo>
                    <a:pt x="180340" y="2089519"/>
                    <a:pt x="176530" y="2086979"/>
                    <a:pt x="173990" y="2085709"/>
                  </a:cubicBezTo>
                  <a:cubicBezTo>
                    <a:pt x="171450" y="2085709"/>
                    <a:pt x="166370" y="2083169"/>
                    <a:pt x="166370" y="2083169"/>
                  </a:cubicBezTo>
                  <a:cubicBezTo>
                    <a:pt x="166370" y="2083169"/>
                    <a:pt x="162560" y="2080629"/>
                    <a:pt x="160020" y="2079359"/>
                  </a:cubicBezTo>
                  <a:cubicBezTo>
                    <a:pt x="157480" y="2078089"/>
                    <a:pt x="153670" y="2074279"/>
                    <a:pt x="153670" y="2074279"/>
                  </a:cubicBezTo>
                  <a:cubicBezTo>
                    <a:pt x="153670" y="2074279"/>
                    <a:pt x="149860" y="2070469"/>
                    <a:pt x="148590" y="2069199"/>
                  </a:cubicBezTo>
                  <a:cubicBezTo>
                    <a:pt x="147320" y="2066659"/>
                    <a:pt x="143510" y="2062849"/>
                    <a:pt x="143510" y="2062849"/>
                  </a:cubicBezTo>
                  <a:cubicBezTo>
                    <a:pt x="143510" y="2062849"/>
                    <a:pt x="140970" y="2059039"/>
                    <a:pt x="139700" y="2056499"/>
                  </a:cubicBezTo>
                  <a:cubicBezTo>
                    <a:pt x="138430" y="2053959"/>
                    <a:pt x="137160" y="2048879"/>
                    <a:pt x="135890" y="2048879"/>
                  </a:cubicBezTo>
                  <a:cubicBezTo>
                    <a:pt x="135890" y="2048879"/>
                    <a:pt x="135890" y="2043799"/>
                    <a:pt x="134620" y="2041259"/>
                  </a:cubicBezTo>
                  <a:cubicBezTo>
                    <a:pt x="134620" y="2039989"/>
                    <a:pt x="133350" y="2034909"/>
                    <a:pt x="133350" y="2034909"/>
                  </a:cubicBezTo>
                  <a:cubicBezTo>
                    <a:pt x="133350" y="2033639"/>
                    <a:pt x="133350" y="2029829"/>
                    <a:pt x="133350" y="2026019"/>
                  </a:cubicBezTo>
                  <a:cubicBezTo>
                    <a:pt x="133350" y="2023479"/>
                    <a:pt x="133350" y="2018399"/>
                    <a:pt x="133350" y="2018399"/>
                  </a:cubicBezTo>
                  <a:cubicBezTo>
                    <a:pt x="133350" y="2018399"/>
                    <a:pt x="134620" y="2013319"/>
                    <a:pt x="134620" y="2012049"/>
                  </a:cubicBezTo>
                  <a:cubicBezTo>
                    <a:pt x="135890" y="2009509"/>
                    <a:pt x="137160" y="2004429"/>
                    <a:pt x="137160" y="2004429"/>
                  </a:cubicBezTo>
                  <a:cubicBezTo>
                    <a:pt x="137160" y="2004429"/>
                    <a:pt x="139700" y="1999349"/>
                    <a:pt x="140970" y="1996809"/>
                  </a:cubicBezTo>
                  <a:cubicBezTo>
                    <a:pt x="140970" y="1994269"/>
                    <a:pt x="143510" y="1990459"/>
                    <a:pt x="143510" y="1990459"/>
                  </a:cubicBezTo>
                  <a:cubicBezTo>
                    <a:pt x="143510" y="1990459"/>
                    <a:pt x="147320" y="1986649"/>
                    <a:pt x="148590" y="1984109"/>
                  </a:cubicBezTo>
                  <a:cubicBezTo>
                    <a:pt x="151130" y="1982839"/>
                    <a:pt x="153670" y="1979029"/>
                    <a:pt x="154940" y="1979029"/>
                  </a:cubicBezTo>
                  <a:cubicBezTo>
                    <a:pt x="154940" y="1979029"/>
                    <a:pt x="158750" y="1976489"/>
                    <a:pt x="161290" y="1973949"/>
                  </a:cubicBezTo>
                  <a:cubicBezTo>
                    <a:pt x="162560" y="1972679"/>
                    <a:pt x="166370" y="1970139"/>
                    <a:pt x="167640" y="1970139"/>
                  </a:cubicBezTo>
                  <a:cubicBezTo>
                    <a:pt x="167640" y="1970139"/>
                    <a:pt x="171450" y="1968869"/>
                    <a:pt x="173990" y="1967599"/>
                  </a:cubicBezTo>
                  <a:cubicBezTo>
                    <a:pt x="176530" y="1966329"/>
                    <a:pt x="181610" y="1965059"/>
                    <a:pt x="181610" y="1965059"/>
                  </a:cubicBezTo>
                  <a:cubicBezTo>
                    <a:pt x="181610" y="1965059"/>
                    <a:pt x="186690" y="1966329"/>
                    <a:pt x="187960" y="1963789"/>
                  </a:cubicBezTo>
                  <a:cubicBezTo>
                    <a:pt x="193040" y="1958709"/>
                    <a:pt x="189230" y="1935849"/>
                    <a:pt x="190500" y="1915529"/>
                  </a:cubicBezTo>
                  <a:cubicBezTo>
                    <a:pt x="191770" y="1886319"/>
                    <a:pt x="204470" y="1807579"/>
                    <a:pt x="200660" y="1803769"/>
                  </a:cubicBezTo>
                  <a:cubicBezTo>
                    <a:pt x="199390" y="1802499"/>
                    <a:pt x="199390" y="1802499"/>
                    <a:pt x="199390" y="1803769"/>
                  </a:cubicBezTo>
                  <a:cubicBezTo>
                    <a:pt x="195580" y="1806309"/>
                    <a:pt x="194310" y="1848219"/>
                    <a:pt x="187960" y="1869809"/>
                  </a:cubicBezTo>
                  <a:cubicBezTo>
                    <a:pt x="180340" y="1895209"/>
                    <a:pt x="157480" y="1934579"/>
                    <a:pt x="156210" y="1944739"/>
                  </a:cubicBezTo>
                  <a:cubicBezTo>
                    <a:pt x="154940" y="1948549"/>
                    <a:pt x="156210" y="1951089"/>
                    <a:pt x="156210" y="1951089"/>
                  </a:cubicBezTo>
                  <a:cubicBezTo>
                    <a:pt x="156210" y="1951089"/>
                    <a:pt x="153670" y="1956169"/>
                    <a:pt x="152400" y="1959979"/>
                  </a:cubicBezTo>
                  <a:cubicBezTo>
                    <a:pt x="151130" y="1962519"/>
                    <a:pt x="148590" y="1968869"/>
                    <a:pt x="148590" y="1968869"/>
                  </a:cubicBezTo>
                  <a:cubicBezTo>
                    <a:pt x="148590" y="1968869"/>
                    <a:pt x="144780" y="1973949"/>
                    <a:pt x="142240" y="1976489"/>
                  </a:cubicBezTo>
                  <a:cubicBezTo>
                    <a:pt x="140970" y="1979029"/>
                    <a:pt x="137160" y="1984109"/>
                    <a:pt x="137160" y="1984109"/>
                  </a:cubicBezTo>
                  <a:cubicBezTo>
                    <a:pt x="137160" y="1984109"/>
                    <a:pt x="132080" y="1987919"/>
                    <a:pt x="129540" y="1989189"/>
                  </a:cubicBezTo>
                  <a:cubicBezTo>
                    <a:pt x="127000" y="1991729"/>
                    <a:pt x="121920" y="1995539"/>
                    <a:pt x="121920" y="1995539"/>
                  </a:cubicBezTo>
                  <a:cubicBezTo>
                    <a:pt x="121920" y="1995539"/>
                    <a:pt x="116840" y="1998079"/>
                    <a:pt x="113030" y="1999349"/>
                  </a:cubicBezTo>
                  <a:cubicBezTo>
                    <a:pt x="110490" y="2000619"/>
                    <a:pt x="105410" y="2004429"/>
                    <a:pt x="105410" y="2004429"/>
                  </a:cubicBezTo>
                  <a:cubicBezTo>
                    <a:pt x="104140" y="2004429"/>
                    <a:pt x="99060" y="2005699"/>
                    <a:pt x="95250" y="2005699"/>
                  </a:cubicBezTo>
                  <a:cubicBezTo>
                    <a:pt x="92710" y="2006969"/>
                    <a:pt x="86360" y="2008239"/>
                    <a:pt x="86360" y="2008239"/>
                  </a:cubicBezTo>
                  <a:cubicBezTo>
                    <a:pt x="86360" y="2008239"/>
                    <a:pt x="80010" y="2006969"/>
                    <a:pt x="76200" y="2006969"/>
                  </a:cubicBezTo>
                  <a:cubicBezTo>
                    <a:pt x="73660" y="2006969"/>
                    <a:pt x="67310" y="2006969"/>
                    <a:pt x="67310" y="2006969"/>
                  </a:cubicBezTo>
                  <a:cubicBezTo>
                    <a:pt x="67310" y="2006969"/>
                    <a:pt x="60960" y="2005699"/>
                    <a:pt x="57150" y="2004429"/>
                  </a:cubicBezTo>
                  <a:cubicBezTo>
                    <a:pt x="54610" y="2003159"/>
                    <a:pt x="48260" y="2001889"/>
                    <a:pt x="48260" y="2001889"/>
                  </a:cubicBezTo>
                  <a:cubicBezTo>
                    <a:pt x="48260" y="2001889"/>
                    <a:pt x="43180" y="1998079"/>
                    <a:pt x="40640" y="1996809"/>
                  </a:cubicBezTo>
                  <a:cubicBezTo>
                    <a:pt x="38100" y="1995539"/>
                    <a:pt x="31750" y="1991729"/>
                    <a:pt x="31750" y="1991729"/>
                  </a:cubicBezTo>
                  <a:cubicBezTo>
                    <a:pt x="31750" y="1991729"/>
                    <a:pt x="27940" y="1987919"/>
                    <a:pt x="25400" y="1985379"/>
                  </a:cubicBezTo>
                  <a:cubicBezTo>
                    <a:pt x="22860" y="1982839"/>
                    <a:pt x="17780" y="1979029"/>
                    <a:pt x="17780" y="1979029"/>
                  </a:cubicBezTo>
                  <a:cubicBezTo>
                    <a:pt x="17780" y="1979029"/>
                    <a:pt x="15240" y="1973949"/>
                    <a:pt x="12700" y="1970139"/>
                  </a:cubicBezTo>
                  <a:cubicBezTo>
                    <a:pt x="11430" y="1967599"/>
                    <a:pt x="7620" y="1962519"/>
                    <a:pt x="7620" y="1962519"/>
                  </a:cubicBezTo>
                  <a:cubicBezTo>
                    <a:pt x="7620" y="1962519"/>
                    <a:pt x="6350" y="1956169"/>
                    <a:pt x="5080" y="1953629"/>
                  </a:cubicBezTo>
                  <a:cubicBezTo>
                    <a:pt x="3810" y="1951089"/>
                    <a:pt x="2540" y="1944739"/>
                    <a:pt x="2540" y="1944739"/>
                  </a:cubicBezTo>
                  <a:cubicBezTo>
                    <a:pt x="2540" y="1944739"/>
                    <a:pt x="1270" y="1938389"/>
                    <a:pt x="1270" y="1934579"/>
                  </a:cubicBezTo>
                  <a:cubicBezTo>
                    <a:pt x="1270" y="1932039"/>
                    <a:pt x="0" y="1925689"/>
                    <a:pt x="0" y="1925689"/>
                  </a:cubicBezTo>
                  <a:moveTo>
                    <a:pt x="349250" y="1580249"/>
                  </a:moveTo>
                  <a:cubicBezTo>
                    <a:pt x="356870" y="1581519"/>
                    <a:pt x="361950" y="1582789"/>
                    <a:pt x="361950" y="1582789"/>
                  </a:cubicBezTo>
                  <a:cubicBezTo>
                    <a:pt x="363220" y="1582789"/>
                    <a:pt x="405130" y="1598029"/>
                    <a:pt x="410210" y="1596759"/>
                  </a:cubicBezTo>
                  <a:cubicBezTo>
                    <a:pt x="411480" y="1596759"/>
                    <a:pt x="411480" y="1595489"/>
                    <a:pt x="412750" y="1595489"/>
                  </a:cubicBezTo>
                  <a:cubicBezTo>
                    <a:pt x="414020" y="1594219"/>
                    <a:pt x="419100" y="1589139"/>
                    <a:pt x="419100" y="1589139"/>
                  </a:cubicBezTo>
                  <a:cubicBezTo>
                    <a:pt x="419100" y="1589139"/>
                    <a:pt x="424180" y="1586599"/>
                    <a:pt x="425450" y="1585329"/>
                  </a:cubicBezTo>
                  <a:cubicBezTo>
                    <a:pt x="427990" y="1584059"/>
                    <a:pt x="433070" y="1581519"/>
                    <a:pt x="433070" y="1581519"/>
                  </a:cubicBezTo>
                  <a:cubicBezTo>
                    <a:pt x="433070" y="1581519"/>
                    <a:pt x="438150" y="1580249"/>
                    <a:pt x="441960" y="1580249"/>
                  </a:cubicBezTo>
                  <a:cubicBezTo>
                    <a:pt x="444500" y="1578979"/>
                    <a:pt x="449580" y="1577709"/>
                    <a:pt x="449580" y="1577709"/>
                  </a:cubicBezTo>
                  <a:cubicBezTo>
                    <a:pt x="449580" y="1577709"/>
                    <a:pt x="454660" y="1577709"/>
                    <a:pt x="457200" y="1577709"/>
                  </a:cubicBezTo>
                  <a:cubicBezTo>
                    <a:pt x="459740" y="1577709"/>
                    <a:pt x="466090" y="1577709"/>
                    <a:pt x="466090" y="1577709"/>
                  </a:cubicBezTo>
                  <a:cubicBezTo>
                    <a:pt x="466090" y="1577709"/>
                    <a:pt x="544830" y="1584059"/>
                    <a:pt x="582930" y="1589139"/>
                  </a:cubicBezTo>
                  <a:cubicBezTo>
                    <a:pt x="617220" y="1594219"/>
                    <a:pt x="647700" y="1601839"/>
                    <a:pt x="681990" y="1608189"/>
                  </a:cubicBezTo>
                  <a:cubicBezTo>
                    <a:pt x="721360" y="1615809"/>
                    <a:pt x="762000" y="1622159"/>
                    <a:pt x="805180" y="1632319"/>
                  </a:cubicBezTo>
                  <a:cubicBezTo>
                    <a:pt x="854710" y="1642479"/>
                    <a:pt x="927100" y="1662799"/>
                    <a:pt x="958850" y="1672959"/>
                  </a:cubicBezTo>
                  <a:cubicBezTo>
                    <a:pt x="974090" y="1678039"/>
                    <a:pt x="985520" y="1689469"/>
                    <a:pt x="990600" y="1685659"/>
                  </a:cubicBezTo>
                  <a:cubicBezTo>
                    <a:pt x="995680" y="1683119"/>
                    <a:pt x="991870" y="1672959"/>
                    <a:pt x="993140" y="1665339"/>
                  </a:cubicBezTo>
                  <a:cubicBezTo>
                    <a:pt x="995680" y="1655179"/>
                    <a:pt x="1004570" y="1643749"/>
                    <a:pt x="1002030" y="1631049"/>
                  </a:cubicBezTo>
                  <a:cubicBezTo>
                    <a:pt x="998220" y="1608189"/>
                    <a:pt x="941070" y="1563739"/>
                    <a:pt x="948690" y="1544689"/>
                  </a:cubicBezTo>
                  <a:cubicBezTo>
                    <a:pt x="953770" y="1528179"/>
                    <a:pt x="1010920" y="1538339"/>
                    <a:pt x="1027430" y="1520559"/>
                  </a:cubicBezTo>
                  <a:cubicBezTo>
                    <a:pt x="1043940" y="1502779"/>
                    <a:pt x="1038860" y="1468489"/>
                    <a:pt x="1046480" y="1435469"/>
                  </a:cubicBezTo>
                  <a:cubicBezTo>
                    <a:pt x="1056640" y="1393559"/>
                    <a:pt x="1074420" y="1335139"/>
                    <a:pt x="1083310" y="1285609"/>
                  </a:cubicBezTo>
                  <a:cubicBezTo>
                    <a:pt x="1092200" y="1241159"/>
                    <a:pt x="1097280" y="1176389"/>
                    <a:pt x="1099820" y="1156069"/>
                  </a:cubicBezTo>
                  <a:cubicBezTo>
                    <a:pt x="1101090" y="1149719"/>
                    <a:pt x="1101090" y="1148449"/>
                    <a:pt x="1102360" y="1144639"/>
                  </a:cubicBezTo>
                  <a:cubicBezTo>
                    <a:pt x="1102360" y="1140829"/>
                    <a:pt x="1103630" y="1138289"/>
                    <a:pt x="1103630" y="1135749"/>
                  </a:cubicBezTo>
                  <a:cubicBezTo>
                    <a:pt x="1104900" y="1133209"/>
                    <a:pt x="1106170" y="1128129"/>
                    <a:pt x="1106170" y="1128129"/>
                  </a:cubicBezTo>
                  <a:cubicBezTo>
                    <a:pt x="1106170" y="1128129"/>
                    <a:pt x="1108710" y="1123049"/>
                    <a:pt x="1109980" y="1120509"/>
                  </a:cubicBezTo>
                  <a:cubicBezTo>
                    <a:pt x="1111250" y="1117969"/>
                    <a:pt x="1112520" y="1112889"/>
                    <a:pt x="1112520" y="1112889"/>
                  </a:cubicBezTo>
                  <a:cubicBezTo>
                    <a:pt x="1113790" y="1112889"/>
                    <a:pt x="1116330" y="1109079"/>
                    <a:pt x="1118870" y="1106539"/>
                  </a:cubicBezTo>
                  <a:cubicBezTo>
                    <a:pt x="1120140" y="1103999"/>
                    <a:pt x="1123950" y="1100189"/>
                    <a:pt x="1123950" y="1100189"/>
                  </a:cubicBezTo>
                  <a:cubicBezTo>
                    <a:pt x="1123950" y="1100189"/>
                    <a:pt x="1129030" y="1097649"/>
                    <a:pt x="1130300" y="1095109"/>
                  </a:cubicBezTo>
                  <a:cubicBezTo>
                    <a:pt x="1132840" y="1093839"/>
                    <a:pt x="1137920" y="1091299"/>
                    <a:pt x="1137920" y="1090029"/>
                  </a:cubicBezTo>
                  <a:cubicBezTo>
                    <a:pt x="1137920" y="1090029"/>
                    <a:pt x="1143000" y="1088759"/>
                    <a:pt x="1145540" y="1087489"/>
                  </a:cubicBezTo>
                  <a:cubicBezTo>
                    <a:pt x="1148080" y="1086219"/>
                    <a:pt x="1153160" y="1084949"/>
                    <a:pt x="1153160" y="1084949"/>
                  </a:cubicBezTo>
                  <a:cubicBezTo>
                    <a:pt x="1153160" y="1084949"/>
                    <a:pt x="1158240" y="1083679"/>
                    <a:pt x="1160780" y="1083679"/>
                  </a:cubicBezTo>
                  <a:cubicBezTo>
                    <a:pt x="1163320" y="1082409"/>
                    <a:pt x="1169670" y="1082409"/>
                    <a:pt x="1169670" y="1082409"/>
                  </a:cubicBezTo>
                  <a:cubicBezTo>
                    <a:pt x="1169670" y="1082409"/>
                    <a:pt x="1174750" y="1082409"/>
                    <a:pt x="1177290" y="1082409"/>
                  </a:cubicBezTo>
                  <a:cubicBezTo>
                    <a:pt x="1181100" y="1083679"/>
                    <a:pt x="1186180" y="1083679"/>
                    <a:pt x="1186180" y="1083679"/>
                  </a:cubicBezTo>
                  <a:cubicBezTo>
                    <a:pt x="1186180" y="1083679"/>
                    <a:pt x="1191260" y="1086219"/>
                    <a:pt x="1193800" y="1086219"/>
                  </a:cubicBezTo>
                  <a:cubicBezTo>
                    <a:pt x="1196340" y="1087489"/>
                    <a:pt x="1201420" y="1088759"/>
                    <a:pt x="1201420" y="1088759"/>
                  </a:cubicBezTo>
                  <a:cubicBezTo>
                    <a:pt x="1201420" y="1088759"/>
                    <a:pt x="1206500" y="1092569"/>
                    <a:pt x="1209040" y="1093839"/>
                  </a:cubicBezTo>
                  <a:cubicBezTo>
                    <a:pt x="1211580" y="1095109"/>
                    <a:pt x="1215390" y="1098919"/>
                    <a:pt x="1215390" y="1098919"/>
                  </a:cubicBezTo>
                  <a:cubicBezTo>
                    <a:pt x="1215390" y="1098919"/>
                    <a:pt x="1219200" y="1102729"/>
                    <a:pt x="1221740" y="1105269"/>
                  </a:cubicBezTo>
                  <a:cubicBezTo>
                    <a:pt x="1223010" y="1106539"/>
                    <a:pt x="1226820" y="1110349"/>
                    <a:pt x="1226820" y="1110349"/>
                  </a:cubicBezTo>
                  <a:cubicBezTo>
                    <a:pt x="1226820" y="1110349"/>
                    <a:pt x="1229360" y="1115429"/>
                    <a:pt x="1230630" y="1117969"/>
                  </a:cubicBezTo>
                  <a:cubicBezTo>
                    <a:pt x="1231900" y="1120509"/>
                    <a:pt x="1234440" y="1125589"/>
                    <a:pt x="1234440" y="1125589"/>
                  </a:cubicBezTo>
                  <a:cubicBezTo>
                    <a:pt x="1234440" y="1125589"/>
                    <a:pt x="1236980" y="1130669"/>
                    <a:pt x="1236980" y="1133209"/>
                  </a:cubicBezTo>
                  <a:cubicBezTo>
                    <a:pt x="1238250" y="1135749"/>
                    <a:pt x="1239520" y="1140829"/>
                    <a:pt x="1239520" y="1142099"/>
                  </a:cubicBezTo>
                  <a:cubicBezTo>
                    <a:pt x="1239520" y="1142099"/>
                    <a:pt x="1239520" y="1147179"/>
                    <a:pt x="1239520" y="1149719"/>
                  </a:cubicBezTo>
                  <a:cubicBezTo>
                    <a:pt x="1239520" y="1152259"/>
                    <a:pt x="1239520" y="1158609"/>
                    <a:pt x="1239520" y="1158609"/>
                  </a:cubicBezTo>
                  <a:cubicBezTo>
                    <a:pt x="1239520" y="1158609"/>
                    <a:pt x="1245870" y="1286879"/>
                    <a:pt x="1244600" y="1302119"/>
                  </a:cubicBezTo>
                  <a:cubicBezTo>
                    <a:pt x="1244600" y="1304659"/>
                    <a:pt x="1243330" y="1305929"/>
                    <a:pt x="1243330" y="1307199"/>
                  </a:cubicBezTo>
                  <a:cubicBezTo>
                    <a:pt x="1243330" y="1307199"/>
                    <a:pt x="1243330" y="1305929"/>
                    <a:pt x="1243330" y="1305929"/>
                  </a:cubicBezTo>
                  <a:cubicBezTo>
                    <a:pt x="1243330" y="1305929"/>
                    <a:pt x="1249680" y="1304659"/>
                    <a:pt x="1252220" y="1304659"/>
                  </a:cubicBezTo>
                  <a:cubicBezTo>
                    <a:pt x="1254760" y="1303389"/>
                    <a:pt x="1261110" y="1302119"/>
                    <a:pt x="1261110" y="1302119"/>
                  </a:cubicBezTo>
                  <a:cubicBezTo>
                    <a:pt x="1261110" y="1302119"/>
                    <a:pt x="1267460" y="1303389"/>
                    <a:pt x="1270000" y="1303389"/>
                  </a:cubicBezTo>
                  <a:cubicBezTo>
                    <a:pt x="1271270" y="1303389"/>
                    <a:pt x="1273810" y="1303389"/>
                    <a:pt x="1273810" y="1303389"/>
                  </a:cubicBezTo>
                  <a:cubicBezTo>
                    <a:pt x="1273810" y="1302119"/>
                    <a:pt x="1273810" y="1302119"/>
                    <a:pt x="1273810" y="1302119"/>
                  </a:cubicBezTo>
                  <a:cubicBezTo>
                    <a:pt x="1273810" y="1300849"/>
                    <a:pt x="1275080" y="1294499"/>
                    <a:pt x="1275080" y="1294499"/>
                  </a:cubicBezTo>
                  <a:cubicBezTo>
                    <a:pt x="1275080" y="1293229"/>
                    <a:pt x="1277620" y="1289419"/>
                    <a:pt x="1277620" y="1286879"/>
                  </a:cubicBezTo>
                  <a:cubicBezTo>
                    <a:pt x="1278890" y="1284339"/>
                    <a:pt x="1281430" y="1279259"/>
                    <a:pt x="1281430" y="1279259"/>
                  </a:cubicBezTo>
                  <a:cubicBezTo>
                    <a:pt x="1281430" y="1279259"/>
                    <a:pt x="1283970" y="1274179"/>
                    <a:pt x="1286510" y="1272909"/>
                  </a:cubicBezTo>
                  <a:cubicBezTo>
                    <a:pt x="1287780" y="1270369"/>
                    <a:pt x="1290320" y="1266559"/>
                    <a:pt x="1290320" y="1265289"/>
                  </a:cubicBezTo>
                  <a:cubicBezTo>
                    <a:pt x="1290320" y="1265289"/>
                    <a:pt x="1295400" y="1262749"/>
                    <a:pt x="1296670" y="1260209"/>
                  </a:cubicBezTo>
                  <a:cubicBezTo>
                    <a:pt x="1299210" y="1258939"/>
                    <a:pt x="1303020" y="1255129"/>
                    <a:pt x="1303020" y="1255129"/>
                  </a:cubicBezTo>
                  <a:cubicBezTo>
                    <a:pt x="1303020" y="1255129"/>
                    <a:pt x="1308100" y="1252589"/>
                    <a:pt x="1310640" y="1252589"/>
                  </a:cubicBezTo>
                  <a:cubicBezTo>
                    <a:pt x="1313180" y="1251319"/>
                    <a:pt x="1316990" y="1248779"/>
                    <a:pt x="1318260" y="1248779"/>
                  </a:cubicBezTo>
                  <a:cubicBezTo>
                    <a:pt x="1318260" y="1248779"/>
                    <a:pt x="1322070" y="1248779"/>
                    <a:pt x="1323340" y="1247509"/>
                  </a:cubicBezTo>
                  <a:cubicBezTo>
                    <a:pt x="1329690" y="1239889"/>
                    <a:pt x="1328420" y="1158609"/>
                    <a:pt x="1320800" y="1149719"/>
                  </a:cubicBezTo>
                  <a:cubicBezTo>
                    <a:pt x="1319530" y="1147179"/>
                    <a:pt x="1315720" y="1148449"/>
                    <a:pt x="1313180" y="1147179"/>
                  </a:cubicBezTo>
                  <a:cubicBezTo>
                    <a:pt x="1310640" y="1145909"/>
                    <a:pt x="1304290" y="1144639"/>
                    <a:pt x="1303020" y="1144639"/>
                  </a:cubicBezTo>
                  <a:cubicBezTo>
                    <a:pt x="1303020" y="1144639"/>
                    <a:pt x="1297940" y="1142099"/>
                    <a:pt x="1295400" y="1139559"/>
                  </a:cubicBezTo>
                  <a:cubicBezTo>
                    <a:pt x="1291590" y="1138289"/>
                    <a:pt x="1286510" y="1135749"/>
                    <a:pt x="1286510" y="1135749"/>
                  </a:cubicBezTo>
                  <a:cubicBezTo>
                    <a:pt x="1286510" y="1135749"/>
                    <a:pt x="1281430" y="1130669"/>
                    <a:pt x="1278890" y="1128129"/>
                  </a:cubicBezTo>
                  <a:cubicBezTo>
                    <a:pt x="1276350" y="1126859"/>
                    <a:pt x="1271270" y="1121779"/>
                    <a:pt x="1271270" y="1121779"/>
                  </a:cubicBezTo>
                  <a:cubicBezTo>
                    <a:pt x="1271270" y="1121779"/>
                    <a:pt x="1267460" y="1116699"/>
                    <a:pt x="1266190" y="1114159"/>
                  </a:cubicBezTo>
                  <a:cubicBezTo>
                    <a:pt x="1263650" y="1111619"/>
                    <a:pt x="1262380" y="1109079"/>
                    <a:pt x="1259840" y="1105269"/>
                  </a:cubicBezTo>
                  <a:cubicBezTo>
                    <a:pt x="1254760" y="1097649"/>
                    <a:pt x="1247140" y="1078599"/>
                    <a:pt x="1234440" y="1067169"/>
                  </a:cubicBezTo>
                  <a:cubicBezTo>
                    <a:pt x="1216660" y="1050659"/>
                    <a:pt x="1179830" y="1046849"/>
                    <a:pt x="1160780" y="1023989"/>
                  </a:cubicBezTo>
                  <a:cubicBezTo>
                    <a:pt x="1139190" y="998589"/>
                    <a:pt x="1125220" y="947789"/>
                    <a:pt x="1121410" y="917309"/>
                  </a:cubicBezTo>
                  <a:cubicBezTo>
                    <a:pt x="1117600" y="895719"/>
                    <a:pt x="1127760" y="869049"/>
                    <a:pt x="1125220" y="861429"/>
                  </a:cubicBezTo>
                  <a:cubicBezTo>
                    <a:pt x="1125220" y="860159"/>
                    <a:pt x="1123950" y="860159"/>
                    <a:pt x="1122680" y="858889"/>
                  </a:cubicBezTo>
                  <a:cubicBezTo>
                    <a:pt x="1120140" y="857619"/>
                    <a:pt x="1116330" y="852539"/>
                    <a:pt x="1115060" y="852539"/>
                  </a:cubicBezTo>
                  <a:cubicBezTo>
                    <a:pt x="1115060" y="851269"/>
                    <a:pt x="1112520" y="846189"/>
                    <a:pt x="1111250" y="843649"/>
                  </a:cubicBezTo>
                  <a:cubicBezTo>
                    <a:pt x="1108710" y="841109"/>
                    <a:pt x="1106170" y="834759"/>
                    <a:pt x="1106170" y="834759"/>
                  </a:cubicBezTo>
                  <a:cubicBezTo>
                    <a:pt x="1106170" y="834759"/>
                    <a:pt x="1103630" y="828409"/>
                    <a:pt x="1102360" y="825869"/>
                  </a:cubicBezTo>
                  <a:cubicBezTo>
                    <a:pt x="1102360" y="822059"/>
                    <a:pt x="1099820" y="816979"/>
                    <a:pt x="1099820" y="816979"/>
                  </a:cubicBezTo>
                  <a:cubicBezTo>
                    <a:pt x="1099820" y="815709"/>
                    <a:pt x="1099820" y="809359"/>
                    <a:pt x="1099820" y="806819"/>
                  </a:cubicBezTo>
                  <a:cubicBezTo>
                    <a:pt x="1099820" y="803009"/>
                    <a:pt x="1098550" y="796659"/>
                    <a:pt x="1098550" y="796659"/>
                  </a:cubicBezTo>
                  <a:cubicBezTo>
                    <a:pt x="1098550" y="796659"/>
                    <a:pt x="1099820" y="790309"/>
                    <a:pt x="1101090" y="787769"/>
                  </a:cubicBezTo>
                  <a:cubicBezTo>
                    <a:pt x="1101090" y="783959"/>
                    <a:pt x="1102360" y="777609"/>
                    <a:pt x="1102360" y="777609"/>
                  </a:cubicBezTo>
                  <a:cubicBezTo>
                    <a:pt x="1102360" y="777609"/>
                    <a:pt x="1104900" y="771259"/>
                    <a:pt x="1106170" y="768719"/>
                  </a:cubicBezTo>
                  <a:cubicBezTo>
                    <a:pt x="1108710" y="766179"/>
                    <a:pt x="1111250" y="759829"/>
                    <a:pt x="1111250" y="759829"/>
                  </a:cubicBezTo>
                  <a:cubicBezTo>
                    <a:pt x="1111250" y="759829"/>
                    <a:pt x="1115060" y="754749"/>
                    <a:pt x="1116330" y="752209"/>
                  </a:cubicBezTo>
                  <a:cubicBezTo>
                    <a:pt x="1118870" y="749669"/>
                    <a:pt x="1122680" y="744589"/>
                    <a:pt x="1122680" y="744589"/>
                  </a:cubicBezTo>
                  <a:cubicBezTo>
                    <a:pt x="1122680" y="744589"/>
                    <a:pt x="1127760" y="740779"/>
                    <a:pt x="1130300" y="738239"/>
                  </a:cubicBezTo>
                  <a:cubicBezTo>
                    <a:pt x="1132840" y="736969"/>
                    <a:pt x="1137920" y="733159"/>
                    <a:pt x="1137920" y="733159"/>
                  </a:cubicBezTo>
                  <a:cubicBezTo>
                    <a:pt x="1139190" y="733159"/>
                    <a:pt x="1144270" y="730619"/>
                    <a:pt x="1148080" y="729349"/>
                  </a:cubicBezTo>
                  <a:cubicBezTo>
                    <a:pt x="1150620" y="726809"/>
                    <a:pt x="1153160" y="726809"/>
                    <a:pt x="1156970" y="724269"/>
                  </a:cubicBezTo>
                  <a:cubicBezTo>
                    <a:pt x="1159510" y="722999"/>
                    <a:pt x="1160780" y="720459"/>
                    <a:pt x="1164590" y="719189"/>
                  </a:cubicBezTo>
                  <a:cubicBezTo>
                    <a:pt x="1172210" y="715379"/>
                    <a:pt x="1192530" y="717919"/>
                    <a:pt x="1200150" y="711569"/>
                  </a:cubicBezTo>
                  <a:cubicBezTo>
                    <a:pt x="1206500" y="705219"/>
                    <a:pt x="1205230" y="687439"/>
                    <a:pt x="1209040" y="678549"/>
                  </a:cubicBezTo>
                  <a:cubicBezTo>
                    <a:pt x="1211580" y="672199"/>
                    <a:pt x="1216660" y="667119"/>
                    <a:pt x="1217930" y="663309"/>
                  </a:cubicBezTo>
                  <a:cubicBezTo>
                    <a:pt x="1217930" y="659499"/>
                    <a:pt x="1219200" y="655689"/>
                    <a:pt x="1217930" y="655689"/>
                  </a:cubicBezTo>
                  <a:cubicBezTo>
                    <a:pt x="1217930" y="654419"/>
                    <a:pt x="1215390" y="655689"/>
                    <a:pt x="1214120" y="655689"/>
                  </a:cubicBezTo>
                  <a:cubicBezTo>
                    <a:pt x="1203960" y="659499"/>
                    <a:pt x="1164590" y="677279"/>
                    <a:pt x="1139190" y="693789"/>
                  </a:cubicBezTo>
                  <a:cubicBezTo>
                    <a:pt x="1108710" y="711569"/>
                    <a:pt x="1078230" y="735699"/>
                    <a:pt x="1045210" y="761099"/>
                  </a:cubicBezTo>
                  <a:cubicBezTo>
                    <a:pt x="1007110" y="789039"/>
                    <a:pt x="965200" y="819519"/>
                    <a:pt x="925830" y="856349"/>
                  </a:cubicBezTo>
                  <a:cubicBezTo>
                    <a:pt x="881380" y="896989"/>
                    <a:pt x="838200" y="946519"/>
                    <a:pt x="792480" y="994779"/>
                  </a:cubicBezTo>
                  <a:cubicBezTo>
                    <a:pt x="744220" y="1045579"/>
                    <a:pt x="692150" y="1100189"/>
                    <a:pt x="641350" y="1157339"/>
                  </a:cubicBezTo>
                  <a:cubicBezTo>
                    <a:pt x="586740" y="1217029"/>
                    <a:pt x="527050" y="1280529"/>
                    <a:pt x="477520" y="1342759"/>
                  </a:cubicBezTo>
                  <a:cubicBezTo>
                    <a:pt x="431800" y="1401179"/>
                    <a:pt x="364490" y="1484999"/>
                    <a:pt x="351790" y="1516749"/>
                  </a:cubicBezTo>
                  <a:cubicBezTo>
                    <a:pt x="347980" y="1528179"/>
                    <a:pt x="350520" y="1531989"/>
                    <a:pt x="350520" y="1540879"/>
                  </a:cubicBezTo>
                  <a:cubicBezTo>
                    <a:pt x="349250" y="1552309"/>
                    <a:pt x="349250" y="1580249"/>
                    <a:pt x="349250" y="1580249"/>
                  </a:cubicBezTo>
                  <a:moveTo>
                    <a:pt x="378460" y="1954899"/>
                  </a:moveTo>
                  <a:cubicBezTo>
                    <a:pt x="378460" y="1959979"/>
                    <a:pt x="382270" y="1959979"/>
                    <a:pt x="382270" y="1958709"/>
                  </a:cubicBezTo>
                  <a:cubicBezTo>
                    <a:pt x="382270" y="1958709"/>
                    <a:pt x="378460" y="1954899"/>
                    <a:pt x="378460" y="1954899"/>
                  </a:cubicBezTo>
                  <a:moveTo>
                    <a:pt x="1248410" y="2003159"/>
                  </a:moveTo>
                  <a:cubicBezTo>
                    <a:pt x="1264920" y="2001889"/>
                    <a:pt x="1264920" y="2001889"/>
                    <a:pt x="1264920" y="2001889"/>
                  </a:cubicBezTo>
                  <a:cubicBezTo>
                    <a:pt x="1264920" y="2001889"/>
                    <a:pt x="1266190" y="1998079"/>
                    <a:pt x="1266190" y="1996809"/>
                  </a:cubicBezTo>
                  <a:cubicBezTo>
                    <a:pt x="1267460" y="1995539"/>
                    <a:pt x="1268730" y="1992999"/>
                    <a:pt x="1268730" y="1991729"/>
                  </a:cubicBezTo>
                  <a:cubicBezTo>
                    <a:pt x="1267460" y="1990459"/>
                    <a:pt x="1253490" y="1990459"/>
                    <a:pt x="1250950" y="1992999"/>
                  </a:cubicBezTo>
                  <a:cubicBezTo>
                    <a:pt x="1248410" y="1994269"/>
                    <a:pt x="1248410" y="2003159"/>
                    <a:pt x="1248410" y="2003159"/>
                  </a:cubicBezTo>
                  <a:moveTo>
                    <a:pt x="1431290" y="634099"/>
                  </a:moveTo>
                  <a:cubicBezTo>
                    <a:pt x="1474470" y="631559"/>
                    <a:pt x="1485900" y="634099"/>
                    <a:pt x="1489710" y="631559"/>
                  </a:cubicBezTo>
                  <a:cubicBezTo>
                    <a:pt x="1492250" y="631559"/>
                    <a:pt x="1493520" y="629019"/>
                    <a:pt x="1494790" y="627749"/>
                  </a:cubicBezTo>
                  <a:cubicBezTo>
                    <a:pt x="1497330" y="626479"/>
                    <a:pt x="1502410" y="621399"/>
                    <a:pt x="1502410" y="621399"/>
                  </a:cubicBezTo>
                  <a:cubicBezTo>
                    <a:pt x="1502410" y="621399"/>
                    <a:pt x="1508760" y="618859"/>
                    <a:pt x="1511300" y="617589"/>
                  </a:cubicBezTo>
                  <a:cubicBezTo>
                    <a:pt x="1513840" y="616319"/>
                    <a:pt x="1520190" y="613779"/>
                    <a:pt x="1520190" y="613779"/>
                  </a:cubicBezTo>
                  <a:cubicBezTo>
                    <a:pt x="1520190" y="613779"/>
                    <a:pt x="1526540" y="612509"/>
                    <a:pt x="1529080" y="611239"/>
                  </a:cubicBezTo>
                  <a:cubicBezTo>
                    <a:pt x="1532890" y="611239"/>
                    <a:pt x="1539240" y="609969"/>
                    <a:pt x="1539240" y="609969"/>
                  </a:cubicBezTo>
                  <a:cubicBezTo>
                    <a:pt x="1539240" y="609969"/>
                    <a:pt x="1545590" y="609969"/>
                    <a:pt x="1549400" y="609969"/>
                  </a:cubicBezTo>
                  <a:cubicBezTo>
                    <a:pt x="1551940" y="609969"/>
                    <a:pt x="1558290" y="609969"/>
                    <a:pt x="1558290" y="609969"/>
                  </a:cubicBezTo>
                  <a:cubicBezTo>
                    <a:pt x="1558290" y="609969"/>
                    <a:pt x="1564640" y="612509"/>
                    <a:pt x="1568450" y="612509"/>
                  </a:cubicBezTo>
                  <a:cubicBezTo>
                    <a:pt x="1570990" y="613779"/>
                    <a:pt x="1573530" y="615049"/>
                    <a:pt x="1577340" y="615049"/>
                  </a:cubicBezTo>
                  <a:cubicBezTo>
                    <a:pt x="1582420" y="616319"/>
                    <a:pt x="1592580" y="616319"/>
                    <a:pt x="1596390" y="617589"/>
                  </a:cubicBezTo>
                  <a:cubicBezTo>
                    <a:pt x="1597660" y="620129"/>
                    <a:pt x="1597660" y="621399"/>
                    <a:pt x="1598930" y="623939"/>
                  </a:cubicBezTo>
                  <a:cubicBezTo>
                    <a:pt x="1605280" y="629019"/>
                    <a:pt x="1635760" y="645529"/>
                    <a:pt x="1643380" y="639179"/>
                  </a:cubicBezTo>
                  <a:cubicBezTo>
                    <a:pt x="1653540" y="632829"/>
                    <a:pt x="1645920" y="599809"/>
                    <a:pt x="1648460" y="573139"/>
                  </a:cubicBezTo>
                  <a:cubicBezTo>
                    <a:pt x="1652270" y="533769"/>
                    <a:pt x="1663700" y="446139"/>
                    <a:pt x="1667510" y="427089"/>
                  </a:cubicBezTo>
                  <a:cubicBezTo>
                    <a:pt x="1668780" y="420739"/>
                    <a:pt x="1671320" y="418199"/>
                    <a:pt x="1668780" y="416929"/>
                  </a:cubicBezTo>
                  <a:cubicBezTo>
                    <a:pt x="1664970" y="414389"/>
                    <a:pt x="1612900" y="463919"/>
                    <a:pt x="1586230" y="484239"/>
                  </a:cubicBezTo>
                  <a:cubicBezTo>
                    <a:pt x="1562100" y="502019"/>
                    <a:pt x="1537970" y="513449"/>
                    <a:pt x="1516380" y="531229"/>
                  </a:cubicBezTo>
                  <a:cubicBezTo>
                    <a:pt x="1494790" y="551549"/>
                    <a:pt x="1470660" y="580759"/>
                    <a:pt x="1455420" y="599809"/>
                  </a:cubicBezTo>
                  <a:cubicBezTo>
                    <a:pt x="1445260" y="612509"/>
                    <a:pt x="1431290" y="634099"/>
                    <a:pt x="1431290" y="634099"/>
                  </a:cubicBezTo>
                  <a:moveTo>
                    <a:pt x="1678940" y="2168259"/>
                  </a:moveTo>
                  <a:cubicBezTo>
                    <a:pt x="1689100" y="2175879"/>
                    <a:pt x="1753870" y="2177149"/>
                    <a:pt x="1786890" y="2178419"/>
                  </a:cubicBezTo>
                  <a:cubicBezTo>
                    <a:pt x="1814830" y="2178419"/>
                    <a:pt x="1858010" y="2182229"/>
                    <a:pt x="1864360" y="2175879"/>
                  </a:cubicBezTo>
                  <a:cubicBezTo>
                    <a:pt x="1865630" y="2174609"/>
                    <a:pt x="1864360" y="2172069"/>
                    <a:pt x="1864360" y="2169529"/>
                  </a:cubicBezTo>
                  <a:cubicBezTo>
                    <a:pt x="1864360" y="2166989"/>
                    <a:pt x="1864360" y="2160639"/>
                    <a:pt x="1864360" y="2160639"/>
                  </a:cubicBezTo>
                  <a:cubicBezTo>
                    <a:pt x="1864360" y="2160639"/>
                    <a:pt x="1865630" y="2154289"/>
                    <a:pt x="1866900" y="2151749"/>
                  </a:cubicBezTo>
                  <a:cubicBezTo>
                    <a:pt x="1866900" y="2149209"/>
                    <a:pt x="1870710" y="2146669"/>
                    <a:pt x="1868170" y="2144129"/>
                  </a:cubicBezTo>
                  <a:cubicBezTo>
                    <a:pt x="1861820" y="2135239"/>
                    <a:pt x="1750060" y="2149209"/>
                    <a:pt x="1718310" y="2149209"/>
                  </a:cubicBezTo>
                  <a:cubicBezTo>
                    <a:pt x="1703070" y="2149209"/>
                    <a:pt x="1690370" y="2145399"/>
                    <a:pt x="1686560" y="2149209"/>
                  </a:cubicBezTo>
                  <a:cubicBezTo>
                    <a:pt x="1684020" y="2150479"/>
                    <a:pt x="1685290" y="2153019"/>
                    <a:pt x="1684020" y="2154289"/>
                  </a:cubicBezTo>
                  <a:cubicBezTo>
                    <a:pt x="1684020" y="2156829"/>
                    <a:pt x="1681480" y="2161909"/>
                    <a:pt x="1681480" y="2161909"/>
                  </a:cubicBezTo>
                  <a:cubicBezTo>
                    <a:pt x="1681480" y="2161909"/>
                    <a:pt x="1678940" y="2168259"/>
                    <a:pt x="1678940" y="2168259"/>
                  </a:cubicBezTo>
                  <a:moveTo>
                    <a:pt x="2479040" y="1977759"/>
                  </a:moveTo>
                  <a:cubicBezTo>
                    <a:pt x="2506980" y="1984109"/>
                    <a:pt x="2551430" y="1991729"/>
                    <a:pt x="2564130" y="1994269"/>
                  </a:cubicBezTo>
                  <a:cubicBezTo>
                    <a:pt x="2567940" y="1994269"/>
                    <a:pt x="2573020" y="1995539"/>
                    <a:pt x="2573020" y="1994269"/>
                  </a:cubicBezTo>
                  <a:cubicBezTo>
                    <a:pt x="2573020" y="1994269"/>
                    <a:pt x="2529840" y="1979029"/>
                    <a:pt x="2512060" y="1977759"/>
                  </a:cubicBezTo>
                  <a:cubicBezTo>
                    <a:pt x="2499360" y="1975219"/>
                    <a:pt x="2479040" y="1977759"/>
                    <a:pt x="2479040" y="1977759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028700"/>
            <a:ext cx="15869135" cy="7745436"/>
          </a:xfrm>
          <a:custGeom>
            <a:avLst/>
            <a:gdLst/>
            <a:ahLst/>
            <a:cxnLst/>
            <a:rect r="r" b="b" t="t" l="l"/>
            <a:pathLst>
              <a:path h="7745436" w="15869135">
                <a:moveTo>
                  <a:pt x="0" y="0"/>
                </a:moveTo>
                <a:lnTo>
                  <a:pt x="15869135" y="0"/>
                </a:lnTo>
                <a:lnTo>
                  <a:pt x="15869135" y="7745436"/>
                </a:lnTo>
                <a:lnTo>
                  <a:pt x="0" y="7745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6993" r="-1515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4606" y="709962"/>
            <a:ext cx="14991419" cy="8432673"/>
          </a:xfrm>
          <a:custGeom>
            <a:avLst/>
            <a:gdLst/>
            <a:ahLst/>
            <a:cxnLst/>
            <a:rect r="r" b="b" t="t" l="l"/>
            <a:pathLst>
              <a:path h="8432673" w="14991419">
                <a:moveTo>
                  <a:pt x="0" y="0"/>
                </a:moveTo>
                <a:lnTo>
                  <a:pt x="14991419" y="0"/>
                </a:lnTo>
                <a:lnTo>
                  <a:pt x="14991419" y="8432673"/>
                </a:lnTo>
                <a:lnTo>
                  <a:pt x="0" y="84326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332143" y="602932"/>
            <a:ext cx="2899410" cy="2149792"/>
            <a:chOff x="0" y="0"/>
            <a:chExt cx="3865880" cy="286639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50800" y="50800"/>
              <a:ext cx="3764280" cy="2764790"/>
            </a:xfrm>
            <a:custGeom>
              <a:avLst/>
              <a:gdLst/>
              <a:ahLst/>
              <a:cxnLst/>
              <a:rect r="r" b="b" t="t" l="l"/>
              <a:pathLst>
                <a:path h="2764790" w="3764280">
                  <a:moveTo>
                    <a:pt x="0" y="1394460"/>
                  </a:moveTo>
                  <a:cubicBezTo>
                    <a:pt x="1270" y="1384300"/>
                    <a:pt x="1270" y="1379220"/>
                    <a:pt x="1270" y="1379220"/>
                  </a:cubicBezTo>
                  <a:cubicBezTo>
                    <a:pt x="1270" y="1379220"/>
                    <a:pt x="2540" y="1374140"/>
                    <a:pt x="3810" y="1371600"/>
                  </a:cubicBezTo>
                  <a:cubicBezTo>
                    <a:pt x="3810" y="1369060"/>
                    <a:pt x="5080" y="1363980"/>
                    <a:pt x="6350" y="1363980"/>
                  </a:cubicBezTo>
                  <a:cubicBezTo>
                    <a:pt x="6350" y="1363980"/>
                    <a:pt x="8890" y="1358900"/>
                    <a:pt x="10160" y="1356360"/>
                  </a:cubicBezTo>
                  <a:cubicBezTo>
                    <a:pt x="11430" y="1355090"/>
                    <a:pt x="13970" y="1350010"/>
                    <a:pt x="13970" y="1350010"/>
                  </a:cubicBezTo>
                  <a:cubicBezTo>
                    <a:pt x="13970" y="1350010"/>
                    <a:pt x="17780" y="1346200"/>
                    <a:pt x="19050" y="1344930"/>
                  </a:cubicBezTo>
                  <a:cubicBezTo>
                    <a:pt x="21590" y="1342390"/>
                    <a:pt x="25400" y="1338580"/>
                    <a:pt x="25400" y="1338580"/>
                  </a:cubicBezTo>
                  <a:cubicBezTo>
                    <a:pt x="25400" y="1338580"/>
                    <a:pt x="29210" y="1336040"/>
                    <a:pt x="31750" y="1334770"/>
                  </a:cubicBezTo>
                  <a:cubicBezTo>
                    <a:pt x="34290" y="1333500"/>
                    <a:pt x="38100" y="1330960"/>
                    <a:pt x="38100" y="1330960"/>
                  </a:cubicBezTo>
                  <a:cubicBezTo>
                    <a:pt x="39370" y="1330960"/>
                    <a:pt x="43180" y="1329690"/>
                    <a:pt x="45720" y="1328420"/>
                  </a:cubicBezTo>
                  <a:cubicBezTo>
                    <a:pt x="48260" y="1327150"/>
                    <a:pt x="53340" y="1325880"/>
                    <a:pt x="53340" y="1325880"/>
                  </a:cubicBezTo>
                  <a:cubicBezTo>
                    <a:pt x="53340" y="1325880"/>
                    <a:pt x="59690" y="1325880"/>
                    <a:pt x="62230" y="1325880"/>
                  </a:cubicBezTo>
                  <a:cubicBezTo>
                    <a:pt x="64770" y="1325880"/>
                    <a:pt x="69850" y="1324610"/>
                    <a:pt x="69850" y="1324610"/>
                  </a:cubicBezTo>
                  <a:cubicBezTo>
                    <a:pt x="71120" y="1324610"/>
                    <a:pt x="125730" y="1330960"/>
                    <a:pt x="154940" y="1333500"/>
                  </a:cubicBezTo>
                  <a:cubicBezTo>
                    <a:pt x="185420" y="1337310"/>
                    <a:pt x="233680" y="1343660"/>
                    <a:pt x="251460" y="1346200"/>
                  </a:cubicBezTo>
                  <a:cubicBezTo>
                    <a:pt x="257810" y="1346200"/>
                    <a:pt x="257810" y="1346200"/>
                    <a:pt x="262890" y="1347470"/>
                  </a:cubicBezTo>
                  <a:cubicBezTo>
                    <a:pt x="279400" y="1350010"/>
                    <a:pt x="326390" y="1353820"/>
                    <a:pt x="354330" y="1357630"/>
                  </a:cubicBezTo>
                  <a:cubicBezTo>
                    <a:pt x="379730" y="1361440"/>
                    <a:pt x="403860" y="1366520"/>
                    <a:pt x="426720" y="1369060"/>
                  </a:cubicBezTo>
                  <a:cubicBezTo>
                    <a:pt x="444500" y="1371600"/>
                    <a:pt x="463550" y="1380490"/>
                    <a:pt x="476250" y="1374140"/>
                  </a:cubicBezTo>
                  <a:cubicBezTo>
                    <a:pt x="487680" y="1369060"/>
                    <a:pt x="490220" y="1351280"/>
                    <a:pt x="499110" y="1338580"/>
                  </a:cubicBezTo>
                  <a:cubicBezTo>
                    <a:pt x="510540" y="1324610"/>
                    <a:pt x="530860" y="1301750"/>
                    <a:pt x="537210" y="1294130"/>
                  </a:cubicBezTo>
                  <a:cubicBezTo>
                    <a:pt x="538480" y="1291590"/>
                    <a:pt x="539750" y="1289050"/>
                    <a:pt x="539750" y="1289050"/>
                  </a:cubicBezTo>
                  <a:cubicBezTo>
                    <a:pt x="539750" y="1289050"/>
                    <a:pt x="542290" y="1287780"/>
                    <a:pt x="544830" y="1285240"/>
                  </a:cubicBezTo>
                  <a:cubicBezTo>
                    <a:pt x="552450" y="1276350"/>
                    <a:pt x="576580" y="1249680"/>
                    <a:pt x="595630" y="1223010"/>
                  </a:cubicBezTo>
                  <a:cubicBezTo>
                    <a:pt x="626110" y="1181100"/>
                    <a:pt x="668020" y="1112520"/>
                    <a:pt x="704850" y="1054100"/>
                  </a:cubicBezTo>
                  <a:cubicBezTo>
                    <a:pt x="742950" y="991870"/>
                    <a:pt x="781050" y="920750"/>
                    <a:pt x="821690" y="858520"/>
                  </a:cubicBezTo>
                  <a:cubicBezTo>
                    <a:pt x="861060" y="798830"/>
                    <a:pt x="902970" y="742950"/>
                    <a:pt x="943610" y="688340"/>
                  </a:cubicBezTo>
                  <a:cubicBezTo>
                    <a:pt x="984250" y="635000"/>
                    <a:pt x="1037590" y="567690"/>
                    <a:pt x="1065530" y="533400"/>
                  </a:cubicBezTo>
                  <a:cubicBezTo>
                    <a:pt x="1080770" y="515620"/>
                    <a:pt x="1102360" y="504190"/>
                    <a:pt x="1101090" y="492760"/>
                  </a:cubicBezTo>
                  <a:cubicBezTo>
                    <a:pt x="1101090" y="485140"/>
                    <a:pt x="1082040" y="474980"/>
                    <a:pt x="1082040" y="474980"/>
                  </a:cubicBezTo>
                  <a:cubicBezTo>
                    <a:pt x="1082040" y="474980"/>
                    <a:pt x="1076960" y="473710"/>
                    <a:pt x="1074420" y="472440"/>
                  </a:cubicBezTo>
                  <a:cubicBezTo>
                    <a:pt x="1071880" y="472440"/>
                    <a:pt x="1068070" y="471170"/>
                    <a:pt x="1068070" y="471170"/>
                  </a:cubicBezTo>
                  <a:cubicBezTo>
                    <a:pt x="1066800" y="471170"/>
                    <a:pt x="1062990" y="468630"/>
                    <a:pt x="1060450" y="467360"/>
                  </a:cubicBezTo>
                  <a:cubicBezTo>
                    <a:pt x="1059180" y="466090"/>
                    <a:pt x="1054100" y="463550"/>
                    <a:pt x="1054100" y="463550"/>
                  </a:cubicBezTo>
                  <a:cubicBezTo>
                    <a:pt x="1054100" y="463550"/>
                    <a:pt x="1050290" y="459740"/>
                    <a:pt x="1049020" y="458470"/>
                  </a:cubicBezTo>
                  <a:cubicBezTo>
                    <a:pt x="1046480" y="455930"/>
                    <a:pt x="1043940" y="452120"/>
                    <a:pt x="1042670" y="452120"/>
                  </a:cubicBezTo>
                  <a:cubicBezTo>
                    <a:pt x="1042670" y="452120"/>
                    <a:pt x="1040130" y="448310"/>
                    <a:pt x="1038860" y="445770"/>
                  </a:cubicBezTo>
                  <a:cubicBezTo>
                    <a:pt x="1037590" y="444500"/>
                    <a:pt x="1035050" y="439420"/>
                    <a:pt x="1035050" y="439420"/>
                  </a:cubicBezTo>
                  <a:cubicBezTo>
                    <a:pt x="1035050" y="439420"/>
                    <a:pt x="1033780" y="434340"/>
                    <a:pt x="1032510" y="433070"/>
                  </a:cubicBezTo>
                  <a:cubicBezTo>
                    <a:pt x="1032510" y="430530"/>
                    <a:pt x="1029970" y="425450"/>
                    <a:pt x="1029970" y="425450"/>
                  </a:cubicBezTo>
                  <a:cubicBezTo>
                    <a:pt x="1029970" y="425450"/>
                    <a:pt x="1029970" y="420370"/>
                    <a:pt x="1029970" y="417830"/>
                  </a:cubicBezTo>
                  <a:cubicBezTo>
                    <a:pt x="1029970" y="415290"/>
                    <a:pt x="1028700" y="410210"/>
                    <a:pt x="1028700" y="410210"/>
                  </a:cubicBezTo>
                  <a:cubicBezTo>
                    <a:pt x="1028700" y="410210"/>
                    <a:pt x="1029970" y="403860"/>
                    <a:pt x="1029970" y="402590"/>
                  </a:cubicBezTo>
                  <a:cubicBezTo>
                    <a:pt x="1029970" y="401320"/>
                    <a:pt x="1031240" y="401320"/>
                    <a:pt x="1029970" y="400050"/>
                  </a:cubicBezTo>
                  <a:cubicBezTo>
                    <a:pt x="1026160" y="392430"/>
                    <a:pt x="924560" y="350520"/>
                    <a:pt x="871220" y="326390"/>
                  </a:cubicBezTo>
                  <a:cubicBezTo>
                    <a:pt x="815340" y="302260"/>
                    <a:pt x="753110" y="278130"/>
                    <a:pt x="704850" y="254000"/>
                  </a:cubicBezTo>
                  <a:cubicBezTo>
                    <a:pt x="664210" y="234950"/>
                    <a:pt x="622300" y="209550"/>
                    <a:pt x="598170" y="194310"/>
                  </a:cubicBezTo>
                  <a:cubicBezTo>
                    <a:pt x="585470" y="185420"/>
                    <a:pt x="575310" y="175260"/>
                    <a:pt x="568960" y="170180"/>
                  </a:cubicBezTo>
                  <a:cubicBezTo>
                    <a:pt x="566420" y="168910"/>
                    <a:pt x="565150" y="167640"/>
                    <a:pt x="563880" y="166370"/>
                  </a:cubicBezTo>
                  <a:cubicBezTo>
                    <a:pt x="561340" y="165100"/>
                    <a:pt x="557530" y="161290"/>
                    <a:pt x="557530" y="161290"/>
                  </a:cubicBezTo>
                  <a:cubicBezTo>
                    <a:pt x="557530" y="161290"/>
                    <a:pt x="554990" y="157480"/>
                    <a:pt x="552450" y="156210"/>
                  </a:cubicBezTo>
                  <a:cubicBezTo>
                    <a:pt x="551180" y="153670"/>
                    <a:pt x="548640" y="149860"/>
                    <a:pt x="548640" y="149860"/>
                  </a:cubicBezTo>
                  <a:cubicBezTo>
                    <a:pt x="548640" y="149860"/>
                    <a:pt x="546100" y="144780"/>
                    <a:pt x="544830" y="143510"/>
                  </a:cubicBezTo>
                  <a:cubicBezTo>
                    <a:pt x="543560" y="140970"/>
                    <a:pt x="542290" y="135890"/>
                    <a:pt x="542290" y="135890"/>
                  </a:cubicBezTo>
                  <a:cubicBezTo>
                    <a:pt x="542290" y="135890"/>
                    <a:pt x="541020" y="130810"/>
                    <a:pt x="539750" y="128270"/>
                  </a:cubicBezTo>
                  <a:cubicBezTo>
                    <a:pt x="539750" y="125730"/>
                    <a:pt x="538480" y="121920"/>
                    <a:pt x="538480" y="120650"/>
                  </a:cubicBezTo>
                  <a:cubicBezTo>
                    <a:pt x="538480" y="120650"/>
                    <a:pt x="539750" y="116840"/>
                    <a:pt x="539750" y="114300"/>
                  </a:cubicBezTo>
                  <a:cubicBezTo>
                    <a:pt x="539750" y="111760"/>
                    <a:pt x="539750" y="106680"/>
                    <a:pt x="539750" y="106680"/>
                  </a:cubicBezTo>
                  <a:cubicBezTo>
                    <a:pt x="539750" y="106680"/>
                    <a:pt x="541020" y="101600"/>
                    <a:pt x="542290" y="99060"/>
                  </a:cubicBezTo>
                  <a:cubicBezTo>
                    <a:pt x="542290" y="96520"/>
                    <a:pt x="543560" y="91440"/>
                    <a:pt x="543560" y="91440"/>
                  </a:cubicBezTo>
                  <a:cubicBezTo>
                    <a:pt x="543560" y="91440"/>
                    <a:pt x="546100" y="87630"/>
                    <a:pt x="547370" y="85090"/>
                  </a:cubicBezTo>
                  <a:cubicBezTo>
                    <a:pt x="548640" y="82550"/>
                    <a:pt x="551180" y="78740"/>
                    <a:pt x="551180" y="78740"/>
                  </a:cubicBezTo>
                  <a:cubicBezTo>
                    <a:pt x="551180" y="78740"/>
                    <a:pt x="554990" y="74930"/>
                    <a:pt x="557530" y="73660"/>
                  </a:cubicBezTo>
                  <a:cubicBezTo>
                    <a:pt x="558800" y="71120"/>
                    <a:pt x="562610" y="68580"/>
                    <a:pt x="562610" y="67310"/>
                  </a:cubicBezTo>
                  <a:cubicBezTo>
                    <a:pt x="562610" y="67310"/>
                    <a:pt x="566420" y="64770"/>
                    <a:pt x="568960" y="63500"/>
                  </a:cubicBezTo>
                  <a:cubicBezTo>
                    <a:pt x="570230" y="62230"/>
                    <a:pt x="575310" y="59690"/>
                    <a:pt x="575310" y="59690"/>
                  </a:cubicBezTo>
                  <a:cubicBezTo>
                    <a:pt x="575310" y="59690"/>
                    <a:pt x="580390" y="58420"/>
                    <a:pt x="581660" y="57150"/>
                  </a:cubicBezTo>
                  <a:cubicBezTo>
                    <a:pt x="584200" y="57150"/>
                    <a:pt x="589280" y="55880"/>
                    <a:pt x="589280" y="55880"/>
                  </a:cubicBezTo>
                  <a:cubicBezTo>
                    <a:pt x="589280" y="55880"/>
                    <a:pt x="594360" y="54610"/>
                    <a:pt x="596900" y="54610"/>
                  </a:cubicBezTo>
                  <a:cubicBezTo>
                    <a:pt x="599440" y="54610"/>
                    <a:pt x="604520" y="54610"/>
                    <a:pt x="604520" y="54610"/>
                  </a:cubicBezTo>
                  <a:cubicBezTo>
                    <a:pt x="604520" y="54610"/>
                    <a:pt x="609600" y="54610"/>
                    <a:pt x="612140" y="55880"/>
                  </a:cubicBezTo>
                  <a:cubicBezTo>
                    <a:pt x="614680" y="55880"/>
                    <a:pt x="619760" y="57150"/>
                    <a:pt x="619760" y="57150"/>
                  </a:cubicBezTo>
                  <a:cubicBezTo>
                    <a:pt x="619760" y="57150"/>
                    <a:pt x="623570" y="58420"/>
                    <a:pt x="626110" y="59690"/>
                  </a:cubicBezTo>
                  <a:cubicBezTo>
                    <a:pt x="628650" y="60960"/>
                    <a:pt x="633730" y="62230"/>
                    <a:pt x="633730" y="62230"/>
                  </a:cubicBezTo>
                  <a:cubicBezTo>
                    <a:pt x="633730" y="63500"/>
                    <a:pt x="772160" y="82550"/>
                    <a:pt x="815340" y="93980"/>
                  </a:cubicBezTo>
                  <a:cubicBezTo>
                    <a:pt x="838200" y="100330"/>
                    <a:pt x="868680" y="114300"/>
                    <a:pt x="868680" y="113030"/>
                  </a:cubicBezTo>
                  <a:cubicBezTo>
                    <a:pt x="869950" y="111760"/>
                    <a:pt x="867410" y="110490"/>
                    <a:pt x="866140" y="109220"/>
                  </a:cubicBezTo>
                  <a:cubicBezTo>
                    <a:pt x="864870" y="107950"/>
                    <a:pt x="861060" y="104140"/>
                    <a:pt x="861060" y="104140"/>
                  </a:cubicBezTo>
                  <a:cubicBezTo>
                    <a:pt x="859790" y="104140"/>
                    <a:pt x="857250" y="100330"/>
                    <a:pt x="855980" y="97790"/>
                  </a:cubicBezTo>
                  <a:cubicBezTo>
                    <a:pt x="854710" y="95250"/>
                    <a:pt x="852170" y="91440"/>
                    <a:pt x="852170" y="91440"/>
                  </a:cubicBezTo>
                  <a:cubicBezTo>
                    <a:pt x="852170" y="91440"/>
                    <a:pt x="850900" y="86360"/>
                    <a:pt x="849630" y="83820"/>
                  </a:cubicBezTo>
                  <a:cubicBezTo>
                    <a:pt x="848360" y="81280"/>
                    <a:pt x="847090" y="77470"/>
                    <a:pt x="847090" y="77470"/>
                  </a:cubicBezTo>
                  <a:cubicBezTo>
                    <a:pt x="847090" y="77470"/>
                    <a:pt x="847090" y="72390"/>
                    <a:pt x="845820" y="69850"/>
                  </a:cubicBezTo>
                  <a:cubicBezTo>
                    <a:pt x="845820" y="67310"/>
                    <a:pt x="845820" y="62230"/>
                    <a:pt x="845820" y="62230"/>
                  </a:cubicBezTo>
                  <a:cubicBezTo>
                    <a:pt x="845820" y="62230"/>
                    <a:pt x="845820" y="57150"/>
                    <a:pt x="847090" y="54610"/>
                  </a:cubicBezTo>
                  <a:cubicBezTo>
                    <a:pt x="847090" y="52070"/>
                    <a:pt x="848360" y="46990"/>
                    <a:pt x="848360" y="46990"/>
                  </a:cubicBezTo>
                  <a:cubicBezTo>
                    <a:pt x="848360" y="46990"/>
                    <a:pt x="849630" y="41910"/>
                    <a:pt x="850900" y="39370"/>
                  </a:cubicBezTo>
                  <a:cubicBezTo>
                    <a:pt x="852170" y="36830"/>
                    <a:pt x="853440" y="33020"/>
                    <a:pt x="853440" y="33020"/>
                  </a:cubicBezTo>
                  <a:cubicBezTo>
                    <a:pt x="853440" y="33020"/>
                    <a:pt x="857250" y="29210"/>
                    <a:pt x="858520" y="26670"/>
                  </a:cubicBezTo>
                  <a:cubicBezTo>
                    <a:pt x="859790" y="24130"/>
                    <a:pt x="862330" y="20320"/>
                    <a:pt x="862330" y="20320"/>
                  </a:cubicBezTo>
                  <a:cubicBezTo>
                    <a:pt x="862330" y="20320"/>
                    <a:pt x="866140" y="16510"/>
                    <a:pt x="868680" y="15240"/>
                  </a:cubicBezTo>
                  <a:cubicBezTo>
                    <a:pt x="869950" y="13970"/>
                    <a:pt x="873760" y="10160"/>
                    <a:pt x="873760" y="10160"/>
                  </a:cubicBezTo>
                  <a:cubicBezTo>
                    <a:pt x="875030" y="10160"/>
                    <a:pt x="878840" y="8890"/>
                    <a:pt x="881380" y="7620"/>
                  </a:cubicBezTo>
                  <a:cubicBezTo>
                    <a:pt x="883920" y="6350"/>
                    <a:pt x="887730" y="3810"/>
                    <a:pt x="887730" y="3810"/>
                  </a:cubicBezTo>
                  <a:cubicBezTo>
                    <a:pt x="887730" y="3810"/>
                    <a:pt x="892810" y="2540"/>
                    <a:pt x="895350" y="2540"/>
                  </a:cubicBezTo>
                  <a:cubicBezTo>
                    <a:pt x="897890" y="1270"/>
                    <a:pt x="902970" y="0"/>
                    <a:pt x="902970" y="0"/>
                  </a:cubicBezTo>
                  <a:cubicBezTo>
                    <a:pt x="902970" y="0"/>
                    <a:pt x="908050" y="1270"/>
                    <a:pt x="910590" y="1270"/>
                  </a:cubicBezTo>
                  <a:cubicBezTo>
                    <a:pt x="913130" y="1270"/>
                    <a:pt x="918210" y="1270"/>
                    <a:pt x="918210" y="1270"/>
                  </a:cubicBezTo>
                  <a:cubicBezTo>
                    <a:pt x="918210" y="1270"/>
                    <a:pt x="923290" y="2540"/>
                    <a:pt x="925830" y="2540"/>
                  </a:cubicBezTo>
                  <a:cubicBezTo>
                    <a:pt x="928370" y="3810"/>
                    <a:pt x="929640" y="3810"/>
                    <a:pt x="933450" y="5080"/>
                  </a:cubicBezTo>
                  <a:cubicBezTo>
                    <a:pt x="942340" y="7620"/>
                    <a:pt x="967740" y="16510"/>
                    <a:pt x="988060" y="24130"/>
                  </a:cubicBezTo>
                  <a:cubicBezTo>
                    <a:pt x="1016000" y="35560"/>
                    <a:pt x="1047750" y="50800"/>
                    <a:pt x="1085850" y="66040"/>
                  </a:cubicBezTo>
                  <a:cubicBezTo>
                    <a:pt x="1134110" y="85090"/>
                    <a:pt x="1197610" y="106680"/>
                    <a:pt x="1257300" y="129540"/>
                  </a:cubicBezTo>
                  <a:cubicBezTo>
                    <a:pt x="1323340" y="154940"/>
                    <a:pt x="1422400" y="196850"/>
                    <a:pt x="1463040" y="213360"/>
                  </a:cubicBezTo>
                  <a:cubicBezTo>
                    <a:pt x="1479550" y="220980"/>
                    <a:pt x="1496060" y="229870"/>
                    <a:pt x="1499870" y="228600"/>
                  </a:cubicBezTo>
                  <a:cubicBezTo>
                    <a:pt x="1501140" y="227330"/>
                    <a:pt x="1499870" y="227330"/>
                    <a:pt x="1501140" y="226060"/>
                  </a:cubicBezTo>
                  <a:cubicBezTo>
                    <a:pt x="1503680" y="219710"/>
                    <a:pt x="1522730" y="177800"/>
                    <a:pt x="1527810" y="167640"/>
                  </a:cubicBezTo>
                  <a:cubicBezTo>
                    <a:pt x="1530350" y="163830"/>
                    <a:pt x="1530350" y="163830"/>
                    <a:pt x="1531620" y="161290"/>
                  </a:cubicBezTo>
                  <a:cubicBezTo>
                    <a:pt x="1532890" y="158750"/>
                    <a:pt x="1535430" y="154940"/>
                    <a:pt x="1535430" y="154940"/>
                  </a:cubicBezTo>
                  <a:cubicBezTo>
                    <a:pt x="1535430" y="153670"/>
                    <a:pt x="1537970" y="151130"/>
                    <a:pt x="1539240" y="148590"/>
                  </a:cubicBezTo>
                  <a:cubicBezTo>
                    <a:pt x="1541780" y="147320"/>
                    <a:pt x="1544320" y="143510"/>
                    <a:pt x="1544320" y="143510"/>
                  </a:cubicBezTo>
                  <a:cubicBezTo>
                    <a:pt x="1544320" y="143510"/>
                    <a:pt x="1549400" y="139700"/>
                    <a:pt x="1550670" y="138430"/>
                  </a:cubicBezTo>
                  <a:cubicBezTo>
                    <a:pt x="1553210" y="137160"/>
                    <a:pt x="1557020" y="134620"/>
                    <a:pt x="1557020" y="134620"/>
                  </a:cubicBezTo>
                  <a:cubicBezTo>
                    <a:pt x="1557020" y="134620"/>
                    <a:pt x="1562100" y="132080"/>
                    <a:pt x="1563370" y="132080"/>
                  </a:cubicBezTo>
                  <a:cubicBezTo>
                    <a:pt x="1565910" y="130810"/>
                    <a:pt x="1570990" y="128270"/>
                    <a:pt x="1570990" y="128270"/>
                  </a:cubicBezTo>
                  <a:cubicBezTo>
                    <a:pt x="1570990" y="128270"/>
                    <a:pt x="1576070" y="128270"/>
                    <a:pt x="1578610" y="128270"/>
                  </a:cubicBezTo>
                  <a:cubicBezTo>
                    <a:pt x="1581150" y="127000"/>
                    <a:pt x="1586230" y="127000"/>
                    <a:pt x="1586230" y="127000"/>
                  </a:cubicBezTo>
                  <a:cubicBezTo>
                    <a:pt x="1586230" y="127000"/>
                    <a:pt x="1590040" y="127000"/>
                    <a:pt x="1592580" y="128270"/>
                  </a:cubicBezTo>
                  <a:cubicBezTo>
                    <a:pt x="1595120" y="128270"/>
                    <a:pt x="1600200" y="128270"/>
                    <a:pt x="1600200" y="128270"/>
                  </a:cubicBezTo>
                  <a:cubicBezTo>
                    <a:pt x="1600200" y="128270"/>
                    <a:pt x="1605280" y="130810"/>
                    <a:pt x="1607820" y="130810"/>
                  </a:cubicBezTo>
                  <a:cubicBezTo>
                    <a:pt x="1610360" y="132080"/>
                    <a:pt x="1614170" y="133350"/>
                    <a:pt x="1614170" y="133350"/>
                  </a:cubicBezTo>
                  <a:cubicBezTo>
                    <a:pt x="1614170" y="133350"/>
                    <a:pt x="1619250" y="135890"/>
                    <a:pt x="1620520" y="137160"/>
                  </a:cubicBezTo>
                  <a:cubicBezTo>
                    <a:pt x="1623060" y="139700"/>
                    <a:pt x="1626870" y="142240"/>
                    <a:pt x="1626870" y="142240"/>
                  </a:cubicBezTo>
                  <a:cubicBezTo>
                    <a:pt x="1626870" y="142240"/>
                    <a:pt x="1630680" y="146050"/>
                    <a:pt x="1631950" y="147320"/>
                  </a:cubicBezTo>
                  <a:cubicBezTo>
                    <a:pt x="1633220" y="149860"/>
                    <a:pt x="1637030" y="152400"/>
                    <a:pt x="1637030" y="152400"/>
                  </a:cubicBezTo>
                  <a:cubicBezTo>
                    <a:pt x="1637030" y="153670"/>
                    <a:pt x="1639570" y="157480"/>
                    <a:pt x="1640840" y="160020"/>
                  </a:cubicBezTo>
                  <a:cubicBezTo>
                    <a:pt x="1642110" y="161290"/>
                    <a:pt x="1644650" y="166370"/>
                    <a:pt x="1644650" y="166370"/>
                  </a:cubicBezTo>
                  <a:cubicBezTo>
                    <a:pt x="1644650" y="166370"/>
                    <a:pt x="1645920" y="171450"/>
                    <a:pt x="1645920" y="173990"/>
                  </a:cubicBezTo>
                  <a:cubicBezTo>
                    <a:pt x="1647190" y="175260"/>
                    <a:pt x="1648460" y="180340"/>
                    <a:pt x="1648460" y="180340"/>
                  </a:cubicBezTo>
                  <a:cubicBezTo>
                    <a:pt x="1648460" y="180340"/>
                    <a:pt x="1648460" y="185420"/>
                    <a:pt x="1648460" y="187960"/>
                  </a:cubicBezTo>
                  <a:cubicBezTo>
                    <a:pt x="1648460" y="190500"/>
                    <a:pt x="1648460" y="195580"/>
                    <a:pt x="1648460" y="195580"/>
                  </a:cubicBezTo>
                  <a:cubicBezTo>
                    <a:pt x="1648460" y="195580"/>
                    <a:pt x="1647190" y="200660"/>
                    <a:pt x="1645920" y="203200"/>
                  </a:cubicBezTo>
                  <a:cubicBezTo>
                    <a:pt x="1645920" y="205740"/>
                    <a:pt x="1644650" y="209550"/>
                    <a:pt x="1644650" y="210820"/>
                  </a:cubicBezTo>
                  <a:cubicBezTo>
                    <a:pt x="1644650" y="210820"/>
                    <a:pt x="1607820" y="256540"/>
                    <a:pt x="1614170" y="273050"/>
                  </a:cubicBezTo>
                  <a:cubicBezTo>
                    <a:pt x="1621790" y="294640"/>
                    <a:pt x="1675130" y="299720"/>
                    <a:pt x="1717040" y="314960"/>
                  </a:cubicBezTo>
                  <a:cubicBezTo>
                    <a:pt x="1776730" y="335280"/>
                    <a:pt x="1896110" y="403860"/>
                    <a:pt x="1938020" y="386080"/>
                  </a:cubicBezTo>
                  <a:cubicBezTo>
                    <a:pt x="1965960" y="373380"/>
                    <a:pt x="1958340" y="321310"/>
                    <a:pt x="1981200" y="294640"/>
                  </a:cubicBezTo>
                  <a:cubicBezTo>
                    <a:pt x="2011680" y="260350"/>
                    <a:pt x="2073910" y="203200"/>
                    <a:pt x="2113280" y="204470"/>
                  </a:cubicBezTo>
                  <a:cubicBezTo>
                    <a:pt x="2146300" y="205740"/>
                    <a:pt x="2189480" y="243840"/>
                    <a:pt x="2200910" y="274320"/>
                  </a:cubicBezTo>
                  <a:cubicBezTo>
                    <a:pt x="2212340" y="304800"/>
                    <a:pt x="2190750" y="355600"/>
                    <a:pt x="2181860" y="387350"/>
                  </a:cubicBezTo>
                  <a:cubicBezTo>
                    <a:pt x="2176780" y="411480"/>
                    <a:pt x="2155190" y="436880"/>
                    <a:pt x="2161540" y="447040"/>
                  </a:cubicBezTo>
                  <a:cubicBezTo>
                    <a:pt x="2169160" y="458470"/>
                    <a:pt x="2203450" y="448310"/>
                    <a:pt x="2231390" y="448310"/>
                  </a:cubicBezTo>
                  <a:cubicBezTo>
                    <a:pt x="2274570" y="450850"/>
                    <a:pt x="2344420" y="452120"/>
                    <a:pt x="2395220" y="458470"/>
                  </a:cubicBezTo>
                  <a:cubicBezTo>
                    <a:pt x="2440940" y="463550"/>
                    <a:pt x="2477770" y="477520"/>
                    <a:pt x="2523490" y="481330"/>
                  </a:cubicBezTo>
                  <a:cubicBezTo>
                    <a:pt x="2575560" y="486410"/>
                    <a:pt x="2687320" y="481330"/>
                    <a:pt x="2688590" y="481330"/>
                  </a:cubicBezTo>
                  <a:cubicBezTo>
                    <a:pt x="2688590" y="481330"/>
                    <a:pt x="2693670" y="482600"/>
                    <a:pt x="2696210" y="482600"/>
                  </a:cubicBezTo>
                  <a:cubicBezTo>
                    <a:pt x="2700020" y="482600"/>
                    <a:pt x="2705100" y="483870"/>
                    <a:pt x="2705100" y="483870"/>
                  </a:cubicBezTo>
                  <a:cubicBezTo>
                    <a:pt x="2705100" y="483870"/>
                    <a:pt x="2710180" y="485140"/>
                    <a:pt x="2713990" y="486410"/>
                  </a:cubicBezTo>
                  <a:cubicBezTo>
                    <a:pt x="2716530" y="487680"/>
                    <a:pt x="2721610" y="488950"/>
                    <a:pt x="2721610" y="488950"/>
                  </a:cubicBezTo>
                  <a:cubicBezTo>
                    <a:pt x="2721610" y="488950"/>
                    <a:pt x="2726690" y="492760"/>
                    <a:pt x="2729230" y="494030"/>
                  </a:cubicBezTo>
                  <a:cubicBezTo>
                    <a:pt x="2730500" y="495300"/>
                    <a:pt x="2735580" y="499110"/>
                    <a:pt x="2735580" y="499110"/>
                  </a:cubicBezTo>
                  <a:cubicBezTo>
                    <a:pt x="2735580" y="499110"/>
                    <a:pt x="2739390" y="502920"/>
                    <a:pt x="2741930" y="505460"/>
                  </a:cubicBezTo>
                  <a:cubicBezTo>
                    <a:pt x="2743200" y="506730"/>
                    <a:pt x="2747010" y="511810"/>
                    <a:pt x="2747010" y="511810"/>
                  </a:cubicBezTo>
                  <a:cubicBezTo>
                    <a:pt x="2747010" y="511810"/>
                    <a:pt x="2750820" y="516890"/>
                    <a:pt x="2752090" y="519430"/>
                  </a:cubicBezTo>
                  <a:cubicBezTo>
                    <a:pt x="2753360" y="521970"/>
                    <a:pt x="2755900" y="527050"/>
                    <a:pt x="2755900" y="527050"/>
                  </a:cubicBezTo>
                  <a:cubicBezTo>
                    <a:pt x="2755900" y="527050"/>
                    <a:pt x="2757170" y="532130"/>
                    <a:pt x="2758440" y="534670"/>
                  </a:cubicBezTo>
                  <a:cubicBezTo>
                    <a:pt x="2758440" y="537210"/>
                    <a:pt x="2759710" y="543560"/>
                    <a:pt x="2759710" y="543560"/>
                  </a:cubicBezTo>
                  <a:cubicBezTo>
                    <a:pt x="2759710" y="543560"/>
                    <a:pt x="2759710" y="548640"/>
                    <a:pt x="2760980" y="552450"/>
                  </a:cubicBezTo>
                  <a:cubicBezTo>
                    <a:pt x="2760980" y="554990"/>
                    <a:pt x="2760980" y="560070"/>
                    <a:pt x="2760980" y="560070"/>
                  </a:cubicBezTo>
                  <a:cubicBezTo>
                    <a:pt x="2760980" y="560070"/>
                    <a:pt x="2759710" y="566420"/>
                    <a:pt x="2758440" y="568960"/>
                  </a:cubicBezTo>
                  <a:cubicBezTo>
                    <a:pt x="2758440" y="571500"/>
                    <a:pt x="2757170" y="576580"/>
                    <a:pt x="2757170" y="576580"/>
                  </a:cubicBezTo>
                  <a:cubicBezTo>
                    <a:pt x="2757170" y="577850"/>
                    <a:pt x="2754630" y="582930"/>
                    <a:pt x="2753360" y="585470"/>
                  </a:cubicBezTo>
                  <a:cubicBezTo>
                    <a:pt x="2752090" y="588010"/>
                    <a:pt x="2749550" y="593090"/>
                    <a:pt x="2749550" y="593090"/>
                  </a:cubicBezTo>
                  <a:cubicBezTo>
                    <a:pt x="2749550" y="593090"/>
                    <a:pt x="2745740" y="596900"/>
                    <a:pt x="2743200" y="599440"/>
                  </a:cubicBezTo>
                  <a:cubicBezTo>
                    <a:pt x="2741930" y="600710"/>
                    <a:pt x="2738120" y="605790"/>
                    <a:pt x="2738120" y="605790"/>
                  </a:cubicBezTo>
                  <a:cubicBezTo>
                    <a:pt x="2738120" y="605790"/>
                    <a:pt x="2733040" y="609600"/>
                    <a:pt x="2730500" y="610870"/>
                  </a:cubicBezTo>
                  <a:cubicBezTo>
                    <a:pt x="2727960" y="612140"/>
                    <a:pt x="2724150" y="615950"/>
                    <a:pt x="2724150" y="615950"/>
                  </a:cubicBezTo>
                  <a:cubicBezTo>
                    <a:pt x="2724150" y="615950"/>
                    <a:pt x="2719070" y="618490"/>
                    <a:pt x="2716530" y="618490"/>
                  </a:cubicBezTo>
                  <a:cubicBezTo>
                    <a:pt x="2712720" y="619760"/>
                    <a:pt x="2707640" y="622300"/>
                    <a:pt x="2707640" y="622300"/>
                  </a:cubicBezTo>
                  <a:cubicBezTo>
                    <a:pt x="2707640" y="622300"/>
                    <a:pt x="2702560" y="622300"/>
                    <a:pt x="2700020" y="623570"/>
                  </a:cubicBezTo>
                  <a:cubicBezTo>
                    <a:pt x="2696210" y="623570"/>
                    <a:pt x="2691130" y="624840"/>
                    <a:pt x="2691130" y="624840"/>
                  </a:cubicBezTo>
                  <a:cubicBezTo>
                    <a:pt x="2688590" y="624840"/>
                    <a:pt x="2603500" y="623570"/>
                    <a:pt x="2562860" y="624840"/>
                  </a:cubicBezTo>
                  <a:cubicBezTo>
                    <a:pt x="2528570" y="624840"/>
                    <a:pt x="2482850" y="626110"/>
                    <a:pt x="2463800" y="627380"/>
                  </a:cubicBezTo>
                  <a:cubicBezTo>
                    <a:pt x="2456180" y="627380"/>
                    <a:pt x="2451100" y="626110"/>
                    <a:pt x="2448560" y="628650"/>
                  </a:cubicBezTo>
                  <a:cubicBezTo>
                    <a:pt x="2447290" y="629920"/>
                    <a:pt x="2447290" y="635000"/>
                    <a:pt x="2447290" y="635000"/>
                  </a:cubicBezTo>
                  <a:cubicBezTo>
                    <a:pt x="2447290" y="635000"/>
                    <a:pt x="2446020" y="641350"/>
                    <a:pt x="2444750" y="643890"/>
                  </a:cubicBezTo>
                  <a:cubicBezTo>
                    <a:pt x="2444750" y="645160"/>
                    <a:pt x="2443480" y="645160"/>
                    <a:pt x="2443480" y="646430"/>
                  </a:cubicBezTo>
                  <a:cubicBezTo>
                    <a:pt x="2446020" y="652780"/>
                    <a:pt x="2496820" y="675640"/>
                    <a:pt x="2510790" y="681990"/>
                  </a:cubicBezTo>
                  <a:cubicBezTo>
                    <a:pt x="2518410" y="685800"/>
                    <a:pt x="2520950" y="688340"/>
                    <a:pt x="2527300" y="689610"/>
                  </a:cubicBezTo>
                  <a:cubicBezTo>
                    <a:pt x="2532380" y="690880"/>
                    <a:pt x="2541270" y="689610"/>
                    <a:pt x="2546350" y="689610"/>
                  </a:cubicBezTo>
                  <a:cubicBezTo>
                    <a:pt x="2550160" y="689610"/>
                    <a:pt x="2551430" y="689610"/>
                    <a:pt x="2553970" y="689610"/>
                  </a:cubicBezTo>
                  <a:cubicBezTo>
                    <a:pt x="2557780" y="690880"/>
                    <a:pt x="2562860" y="690880"/>
                    <a:pt x="2562860" y="690880"/>
                  </a:cubicBezTo>
                  <a:cubicBezTo>
                    <a:pt x="2562860" y="690880"/>
                    <a:pt x="2567940" y="693420"/>
                    <a:pt x="2570480" y="693420"/>
                  </a:cubicBezTo>
                  <a:cubicBezTo>
                    <a:pt x="2573020" y="694690"/>
                    <a:pt x="2578100" y="695960"/>
                    <a:pt x="2578100" y="695960"/>
                  </a:cubicBezTo>
                  <a:cubicBezTo>
                    <a:pt x="2578100" y="697230"/>
                    <a:pt x="2583180" y="699770"/>
                    <a:pt x="2585720" y="701040"/>
                  </a:cubicBezTo>
                  <a:cubicBezTo>
                    <a:pt x="2586990" y="702310"/>
                    <a:pt x="2592070" y="706120"/>
                    <a:pt x="2592070" y="706120"/>
                  </a:cubicBezTo>
                  <a:cubicBezTo>
                    <a:pt x="2592070" y="706120"/>
                    <a:pt x="2595880" y="709930"/>
                    <a:pt x="2597150" y="711200"/>
                  </a:cubicBezTo>
                  <a:cubicBezTo>
                    <a:pt x="2599690" y="713740"/>
                    <a:pt x="2603500" y="717550"/>
                    <a:pt x="2603500" y="717550"/>
                  </a:cubicBezTo>
                  <a:cubicBezTo>
                    <a:pt x="2603500" y="717550"/>
                    <a:pt x="2606040" y="722630"/>
                    <a:pt x="2607310" y="725170"/>
                  </a:cubicBezTo>
                  <a:cubicBezTo>
                    <a:pt x="2608580" y="727710"/>
                    <a:pt x="2611120" y="732790"/>
                    <a:pt x="2611120" y="732790"/>
                  </a:cubicBezTo>
                  <a:cubicBezTo>
                    <a:pt x="2611120" y="732790"/>
                    <a:pt x="2612390" y="737870"/>
                    <a:pt x="2613660" y="740410"/>
                  </a:cubicBezTo>
                  <a:cubicBezTo>
                    <a:pt x="2613660" y="742950"/>
                    <a:pt x="2614930" y="748030"/>
                    <a:pt x="2614930" y="748030"/>
                  </a:cubicBezTo>
                  <a:cubicBezTo>
                    <a:pt x="2614930" y="748030"/>
                    <a:pt x="2614930" y="754380"/>
                    <a:pt x="2614930" y="756920"/>
                  </a:cubicBezTo>
                  <a:cubicBezTo>
                    <a:pt x="2616200" y="759460"/>
                    <a:pt x="2616200" y="764540"/>
                    <a:pt x="2616200" y="764540"/>
                  </a:cubicBezTo>
                  <a:cubicBezTo>
                    <a:pt x="2616200" y="764540"/>
                    <a:pt x="2614930" y="770890"/>
                    <a:pt x="2613660" y="773430"/>
                  </a:cubicBezTo>
                  <a:cubicBezTo>
                    <a:pt x="2613660" y="775970"/>
                    <a:pt x="2612390" y="781050"/>
                    <a:pt x="2612390" y="781050"/>
                  </a:cubicBezTo>
                  <a:cubicBezTo>
                    <a:pt x="2612390" y="781050"/>
                    <a:pt x="2609850" y="786130"/>
                    <a:pt x="2608580" y="788670"/>
                  </a:cubicBezTo>
                  <a:cubicBezTo>
                    <a:pt x="2607310" y="791210"/>
                    <a:pt x="2604770" y="796290"/>
                    <a:pt x="2604770" y="796290"/>
                  </a:cubicBezTo>
                  <a:cubicBezTo>
                    <a:pt x="2604770" y="796290"/>
                    <a:pt x="2600960" y="800100"/>
                    <a:pt x="2599690" y="802640"/>
                  </a:cubicBezTo>
                  <a:cubicBezTo>
                    <a:pt x="2597150" y="803910"/>
                    <a:pt x="2593340" y="807720"/>
                    <a:pt x="2593340" y="808990"/>
                  </a:cubicBezTo>
                  <a:cubicBezTo>
                    <a:pt x="2593340" y="808990"/>
                    <a:pt x="2589530" y="811530"/>
                    <a:pt x="2586990" y="812800"/>
                  </a:cubicBezTo>
                  <a:cubicBezTo>
                    <a:pt x="2584450" y="815340"/>
                    <a:pt x="2580640" y="817880"/>
                    <a:pt x="2580640" y="817880"/>
                  </a:cubicBezTo>
                  <a:cubicBezTo>
                    <a:pt x="2580640" y="817880"/>
                    <a:pt x="2575560" y="820420"/>
                    <a:pt x="2573020" y="821690"/>
                  </a:cubicBezTo>
                  <a:cubicBezTo>
                    <a:pt x="2570480" y="821690"/>
                    <a:pt x="2565400" y="824230"/>
                    <a:pt x="2565400" y="824230"/>
                  </a:cubicBezTo>
                  <a:cubicBezTo>
                    <a:pt x="2565400" y="824230"/>
                    <a:pt x="2559050" y="825500"/>
                    <a:pt x="2556510" y="825500"/>
                  </a:cubicBezTo>
                  <a:cubicBezTo>
                    <a:pt x="2553970" y="825500"/>
                    <a:pt x="2548890" y="826770"/>
                    <a:pt x="2548890" y="826770"/>
                  </a:cubicBezTo>
                  <a:cubicBezTo>
                    <a:pt x="2547620" y="826770"/>
                    <a:pt x="2479040" y="833120"/>
                    <a:pt x="2451100" y="831850"/>
                  </a:cubicBezTo>
                  <a:cubicBezTo>
                    <a:pt x="2428240" y="830580"/>
                    <a:pt x="2392680" y="817880"/>
                    <a:pt x="2391410" y="820420"/>
                  </a:cubicBezTo>
                  <a:cubicBezTo>
                    <a:pt x="2390140" y="824230"/>
                    <a:pt x="2463800" y="858520"/>
                    <a:pt x="2477770" y="864870"/>
                  </a:cubicBezTo>
                  <a:cubicBezTo>
                    <a:pt x="2482850" y="866140"/>
                    <a:pt x="2482850" y="866140"/>
                    <a:pt x="2486660" y="867410"/>
                  </a:cubicBezTo>
                  <a:cubicBezTo>
                    <a:pt x="2495550" y="871220"/>
                    <a:pt x="2522220" y="881380"/>
                    <a:pt x="2529840" y="885190"/>
                  </a:cubicBezTo>
                  <a:cubicBezTo>
                    <a:pt x="2533650" y="887730"/>
                    <a:pt x="2534920" y="887730"/>
                    <a:pt x="2536190" y="889000"/>
                  </a:cubicBezTo>
                  <a:cubicBezTo>
                    <a:pt x="2538730" y="890270"/>
                    <a:pt x="2543810" y="892810"/>
                    <a:pt x="2543810" y="892810"/>
                  </a:cubicBezTo>
                  <a:cubicBezTo>
                    <a:pt x="2543810" y="892810"/>
                    <a:pt x="2547620" y="895350"/>
                    <a:pt x="2548890" y="896620"/>
                  </a:cubicBezTo>
                  <a:cubicBezTo>
                    <a:pt x="2551430" y="899160"/>
                    <a:pt x="2555240" y="901700"/>
                    <a:pt x="2555240" y="901700"/>
                  </a:cubicBezTo>
                  <a:cubicBezTo>
                    <a:pt x="2555240" y="901700"/>
                    <a:pt x="2557780" y="905510"/>
                    <a:pt x="2559050" y="908050"/>
                  </a:cubicBezTo>
                  <a:cubicBezTo>
                    <a:pt x="2561590" y="910590"/>
                    <a:pt x="2564130" y="914400"/>
                    <a:pt x="2564130" y="914400"/>
                  </a:cubicBezTo>
                  <a:cubicBezTo>
                    <a:pt x="2567940" y="919480"/>
                    <a:pt x="2640330" y="961390"/>
                    <a:pt x="2684780" y="988060"/>
                  </a:cubicBezTo>
                  <a:cubicBezTo>
                    <a:pt x="2741930" y="1021080"/>
                    <a:pt x="2815590" y="1061720"/>
                    <a:pt x="2875280" y="1097280"/>
                  </a:cubicBezTo>
                  <a:cubicBezTo>
                    <a:pt x="2929890" y="1130300"/>
                    <a:pt x="2981960" y="1162050"/>
                    <a:pt x="3028950" y="1195070"/>
                  </a:cubicBezTo>
                  <a:cubicBezTo>
                    <a:pt x="3072130" y="1224280"/>
                    <a:pt x="3107690" y="1250950"/>
                    <a:pt x="3149600" y="1283970"/>
                  </a:cubicBezTo>
                  <a:cubicBezTo>
                    <a:pt x="3196590" y="1322070"/>
                    <a:pt x="3289300" y="1375410"/>
                    <a:pt x="3295650" y="1409700"/>
                  </a:cubicBezTo>
                  <a:cubicBezTo>
                    <a:pt x="3299460" y="1428750"/>
                    <a:pt x="3263900" y="1446530"/>
                    <a:pt x="3266440" y="1460500"/>
                  </a:cubicBezTo>
                  <a:cubicBezTo>
                    <a:pt x="3271520" y="1475740"/>
                    <a:pt x="3322320" y="1494790"/>
                    <a:pt x="3323590" y="1494790"/>
                  </a:cubicBezTo>
                  <a:cubicBezTo>
                    <a:pt x="3323590" y="1494790"/>
                    <a:pt x="3328670" y="1493520"/>
                    <a:pt x="3331210" y="1493520"/>
                  </a:cubicBezTo>
                  <a:cubicBezTo>
                    <a:pt x="3333750" y="1493520"/>
                    <a:pt x="3338830" y="1493520"/>
                    <a:pt x="3338830" y="1493520"/>
                  </a:cubicBezTo>
                  <a:cubicBezTo>
                    <a:pt x="3338830" y="1493520"/>
                    <a:pt x="3343910" y="1494790"/>
                    <a:pt x="3346450" y="1494790"/>
                  </a:cubicBezTo>
                  <a:cubicBezTo>
                    <a:pt x="3348990" y="1496060"/>
                    <a:pt x="3354070" y="1497330"/>
                    <a:pt x="3354070" y="1497330"/>
                  </a:cubicBezTo>
                  <a:cubicBezTo>
                    <a:pt x="3354070" y="1497330"/>
                    <a:pt x="3359150" y="1498600"/>
                    <a:pt x="3360420" y="1499870"/>
                  </a:cubicBezTo>
                  <a:cubicBezTo>
                    <a:pt x="3362960" y="1501140"/>
                    <a:pt x="3368040" y="1503680"/>
                    <a:pt x="3368040" y="1503680"/>
                  </a:cubicBezTo>
                  <a:cubicBezTo>
                    <a:pt x="3368040" y="1503680"/>
                    <a:pt x="3371850" y="1507490"/>
                    <a:pt x="3374390" y="1508760"/>
                  </a:cubicBezTo>
                  <a:cubicBezTo>
                    <a:pt x="3375660" y="1510030"/>
                    <a:pt x="3379470" y="1513840"/>
                    <a:pt x="3379470" y="1513840"/>
                  </a:cubicBezTo>
                  <a:cubicBezTo>
                    <a:pt x="3380740" y="1513840"/>
                    <a:pt x="3383280" y="1517650"/>
                    <a:pt x="3384550" y="1520190"/>
                  </a:cubicBezTo>
                  <a:cubicBezTo>
                    <a:pt x="3385820" y="1521460"/>
                    <a:pt x="3389630" y="1525270"/>
                    <a:pt x="3389630" y="1526540"/>
                  </a:cubicBezTo>
                  <a:cubicBezTo>
                    <a:pt x="3389630" y="1526540"/>
                    <a:pt x="3390900" y="1530350"/>
                    <a:pt x="3392170" y="1532890"/>
                  </a:cubicBezTo>
                  <a:cubicBezTo>
                    <a:pt x="3393440" y="1535430"/>
                    <a:pt x="3395980" y="1540510"/>
                    <a:pt x="3395980" y="1540510"/>
                  </a:cubicBezTo>
                  <a:cubicBezTo>
                    <a:pt x="3395980" y="1540510"/>
                    <a:pt x="3395980" y="1545590"/>
                    <a:pt x="3397250" y="1548130"/>
                  </a:cubicBezTo>
                  <a:cubicBezTo>
                    <a:pt x="3397250" y="1550670"/>
                    <a:pt x="3397250" y="1555750"/>
                    <a:pt x="3397250" y="1555750"/>
                  </a:cubicBezTo>
                  <a:cubicBezTo>
                    <a:pt x="3397250" y="1555750"/>
                    <a:pt x="3397250" y="1560830"/>
                    <a:pt x="3397250" y="1563370"/>
                  </a:cubicBezTo>
                  <a:cubicBezTo>
                    <a:pt x="3397250" y="1565910"/>
                    <a:pt x="3395980" y="1570990"/>
                    <a:pt x="3395980" y="1570990"/>
                  </a:cubicBezTo>
                  <a:cubicBezTo>
                    <a:pt x="3395980" y="1570990"/>
                    <a:pt x="3394710" y="1576070"/>
                    <a:pt x="3393440" y="1578610"/>
                  </a:cubicBezTo>
                  <a:cubicBezTo>
                    <a:pt x="3393440" y="1581150"/>
                    <a:pt x="3392170" y="1586230"/>
                    <a:pt x="3392170" y="1586230"/>
                  </a:cubicBezTo>
                  <a:cubicBezTo>
                    <a:pt x="3390900" y="1586230"/>
                    <a:pt x="3388360" y="1590040"/>
                    <a:pt x="3387090" y="1592580"/>
                  </a:cubicBezTo>
                  <a:cubicBezTo>
                    <a:pt x="3385820" y="1595120"/>
                    <a:pt x="3383280" y="1598930"/>
                    <a:pt x="3383280" y="1598930"/>
                  </a:cubicBezTo>
                  <a:cubicBezTo>
                    <a:pt x="3383280" y="1598930"/>
                    <a:pt x="3379470" y="1602740"/>
                    <a:pt x="3376930" y="1604010"/>
                  </a:cubicBezTo>
                  <a:cubicBezTo>
                    <a:pt x="3375660" y="1606550"/>
                    <a:pt x="3371850" y="1609090"/>
                    <a:pt x="3371850" y="1610360"/>
                  </a:cubicBezTo>
                  <a:cubicBezTo>
                    <a:pt x="3371850" y="1610360"/>
                    <a:pt x="3368040" y="1612900"/>
                    <a:pt x="3365500" y="1614170"/>
                  </a:cubicBezTo>
                  <a:cubicBezTo>
                    <a:pt x="3362960" y="1615440"/>
                    <a:pt x="3359150" y="1617980"/>
                    <a:pt x="3357880" y="1617980"/>
                  </a:cubicBezTo>
                  <a:cubicBezTo>
                    <a:pt x="3357880" y="1617980"/>
                    <a:pt x="3354070" y="1619250"/>
                    <a:pt x="3351530" y="1619250"/>
                  </a:cubicBezTo>
                  <a:cubicBezTo>
                    <a:pt x="3348990" y="1620520"/>
                    <a:pt x="3345180" y="1620520"/>
                    <a:pt x="3343910" y="1621790"/>
                  </a:cubicBezTo>
                  <a:cubicBezTo>
                    <a:pt x="3340100" y="1624330"/>
                    <a:pt x="3335020" y="1628140"/>
                    <a:pt x="3336290" y="1631950"/>
                  </a:cubicBezTo>
                  <a:cubicBezTo>
                    <a:pt x="3340100" y="1642110"/>
                    <a:pt x="3390900" y="1653540"/>
                    <a:pt x="3425190" y="1670050"/>
                  </a:cubicBezTo>
                  <a:cubicBezTo>
                    <a:pt x="3478530" y="1695450"/>
                    <a:pt x="3566160" y="1739900"/>
                    <a:pt x="3620770" y="1767840"/>
                  </a:cubicBezTo>
                  <a:cubicBezTo>
                    <a:pt x="3660140" y="1789430"/>
                    <a:pt x="3707130" y="1809750"/>
                    <a:pt x="3722370" y="1826260"/>
                  </a:cubicBezTo>
                  <a:cubicBezTo>
                    <a:pt x="3729990" y="1832610"/>
                    <a:pt x="3729990" y="1841500"/>
                    <a:pt x="3733800" y="1845310"/>
                  </a:cubicBezTo>
                  <a:cubicBezTo>
                    <a:pt x="3735070" y="1846580"/>
                    <a:pt x="3737610" y="1847850"/>
                    <a:pt x="3738880" y="1849120"/>
                  </a:cubicBezTo>
                  <a:cubicBezTo>
                    <a:pt x="3741420" y="1850390"/>
                    <a:pt x="3745230" y="1854200"/>
                    <a:pt x="3745230" y="1854200"/>
                  </a:cubicBezTo>
                  <a:cubicBezTo>
                    <a:pt x="3745230" y="1854200"/>
                    <a:pt x="3747770" y="1858010"/>
                    <a:pt x="3750310" y="1859280"/>
                  </a:cubicBezTo>
                  <a:cubicBezTo>
                    <a:pt x="3751580" y="1861820"/>
                    <a:pt x="3754120" y="1865630"/>
                    <a:pt x="3754120" y="1865630"/>
                  </a:cubicBezTo>
                  <a:cubicBezTo>
                    <a:pt x="3754120" y="1865630"/>
                    <a:pt x="3756660" y="1869440"/>
                    <a:pt x="3757930" y="1871980"/>
                  </a:cubicBezTo>
                  <a:cubicBezTo>
                    <a:pt x="3759200" y="1874520"/>
                    <a:pt x="3760470" y="1878330"/>
                    <a:pt x="3760470" y="1878330"/>
                  </a:cubicBezTo>
                  <a:cubicBezTo>
                    <a:pt x="3760470" y="1878330"/>
                    <a:pt x="3761740" y="1883410"/>
                    <a:pt x="3763010" y="1885950"/>
                  </a:cubicBezTo>
                  <a:cubicBezTo>
                    <a:pt x="3763010" y="1888490"/>
                    <a:pt x="3764280" y="1893570"/>
                    <a:pt x="3764280" y="1893570"/>
                  </a:cubicBezTo>
                  <a:cubicBezTo>
                    <a:pt x="3764280" y="1893570"/>
                    <a:pt x="3764280" y="1897380"/>
                    <a:pt x="3764280" y="1899920"/>
                  </a:cubicBezTo>
                  <a:cubicBezTo>
                    <a:pt x="3763010" y="1902460"/>
                    <a:pt x="3763010" y="1907540"/>
                    <a:pt x="3763010" y="1907540"/>
                  </a:cubicBezTo>
                  <a:cubicBezTo>
                    <a:pt x="3763010" y="1907540"/>
                    <a:pt x="3761740" y="1912620"/>
                    <a:pt x="3761740" y="1915160"/>
                  </a:cubicBezTo>
                  <a:cubicBezTo>
                    <a:pt x="3760470" y="1917700"/>
                    <a:pt x="3759200" y="1921510"/>
                    <a:pt x="3759200" y="1922780"/>
                  </a:cubicBezTo>
                  <a:cubicBezTo>
                    <a:pt x="3759200" y="1922780"/>
                    <a:pt x="3756660" y="1926590"/>
                    <a:pt x="3755390" y="1929130"/>
                  </a:cubicBezTo>
                  <a:cubicBezTo>
                    <a:pt x="3754120" y="1930400"/>
                    <a:pt x="3751580" y="1935480"/>
                    <a:pt x="3751580" y="1935480"/>
                  </a:cubicBezTo>
                  <a:cubicBezTo>
                    <a:pt x="3751580" y="1935480"/>
                    <a:pt x="3749040" y="1938020"/>
                    <a:pt x="3746500" y="1940560"/>
                  </a:cubicBezTo>
                  <a:cubicBezTo>
                    <a:pt x="3745230" y="1941830"/>
                    <a:pt x="3741420" y="1945640"/>
                    <a:pt x="3741420" y="1945640"/>
                  </a:cubicBezTo>
                  <a:cubicBezTo>
                    <a:pt x="3741420" y="1945640"/>
                    <a:pt x="3737610" y="1948180"/>
                    <a:pt x="3735070" y="1949450"/>
                  </a:cubicBezTo>
                  <a:cubicBezTo>
                    <a:pt x="3733800" y="1950720"/>
                    <a:pt x="3728720" y="1953260"/>
                    <a:pt x="3728720" y="1953260"/>
                  </a:cubicBezTo>
                  <a:cubicBezTo>
                    <a:pt x="3728720" y="1953260"/>
                    <a:pt x="3724910" y="1955800"/>
                    <a:pt x="3722370" y="1955800"/>
                  </a:cubicBezTo>
                  <a:cubicBezTo>
                    <a:pt x="3719830" y="1957070"/>
                    <a:pt x="3714750" y="1958340"/>
                    <a:pt x="3714750" y="1958340"/>
                  </a:cubicBezTo>
                  <a:cubicBezTo>
                    <a:pt x="3714750" y="1958340"/>
                    <a:pt x="3709670" y="1958340"/>
                    <a:pt x="3707130" y="1959610"/>
                  </a:cubicBezTo>
                  <a:cubicBezTo>
                    <a:pt x="3705860" y="1959610"/>
                    <a:pt x="3700780" y="1959610"/>
                    <a:pt x="3700780" y="1959610"/>
                  </a:cubicBezTo>
                  <a:cubicBezTo>
                    <a:pt x="3700780" y="1959610"/>
                    <a:pt x="3695700" y="1958340"/>
                    <a:pt x="3694430" y="1958340"/>
                  </a:cubicBezTo>
                  <a:cubicBezTo>
                    <a:pt x="3691890" y="1959610"/>
                    <a:pt x="3689350" y="1962150"/>
                    <a:pt x="3689350" y="1962150"/>
                  </a:cubicBezTo>
                  <a:cubicBezTo>
                    <a:pt x="3689350" y="1962150"/>
                    <a:pt x="3685540" y="1964690"/>
                    <a:pt x="3683000" y="1965960"/>
                  </a:cubicBezTo>
                  <a:cubicBezTo>
                    <a:pt x="3680460" y="1967230"/>
                    <a:pt x="3676650" y="1969770"/>
                    <a:pt x="3676650" y="1969770"/>
                  </a:cubicBezTo>
                  <a:cubicBezTo>
                    <a:pt x="3676650" y="1969770"/>
                    <a:pt x="3671570" y="1971040"/>
                    <a:pt x="3669030" y="1971040"/>
                  </a:cubicBezTo>
                  <a:cubicBezTo>
                    <a:pt x="3666490" y="1972310"/>
                    <a:pt x="3662680" y="1973580"/>
                    <a:pt x="3662680" y="1973580"/>
                  </a:cubicBezTo>
                  <a:cubicBezTo>
                    <a:pt x="3662680" y="1973580"/>
                    <a:pt x="3657600" y="1973580"/>
                    <a:pt x="3655060" y="1973580"/>
                  </a:cubicBezTo>
                  <a:cubicBezTo>
                    <a:pt x="3652520" y="1973580"/>
                    <a:pt x="3647440" y="1973580"/>
                    <a:pt x="3647440" y="1973580"/>
                  </a:cubicBezTo>
                  <a:cubicBezTo>
                    <a:pt x="3646170" y="1973580"/>
                    <a:pt x="3639820" y="1969770"/>
                    <a:pt x="3633470" y="1967230"/>
                  </a:cubicBezTo>
                  <a:cubicBezTo>
                    <a:pt x="3615690" y="1963420"/>
                    <a:pt x="3571240" y="1959610"/>
                    <a:pt x="3534410" y="1954530"/>
                  </a:cubicBezTo>
                  <a:cubicBezTo>
                    <a:pt x="3487420" y="1946910"/>
                    <a:pt x="3431540" y="1938020"/>
                    <a:pt x="3374390" y="1929130"/>
                  </a:cubicBezTo>
                  <a:cubicBezTo>
                    <a:pt x="3305810" y="1920240"/>
                    <a:pt x="3225800" y="1911350"/>
                    <a:pt x="3150870" y="1901190"/>
                  </a:cubicBezTo>
                  <a:cubicBezTo>
                    <a:pt x="3074670" y="1891030"/>
                    <a:pt x="2985770" y="1879600"/>
                    <a:pt x="2917190" y="1866900"/>
                  </a:cubicBezTo>
                  <a:cubicBezTo>
                    <a:pt x="2862580" y="1855470"/>
                    <a:pt x="2777490" y="1827530"/>
                    <a:pt x="2769870" y="1832610"/>
                  </a:cubicBezTo>
                  <a:cubicBezTo>
                    <a:pt x="2768600" y="1833880"/>
                    <a:pt x="2769870" y="1835150"/>
                    <a:pt x="2769870" y="1835150"/>
                  </a:cubicBezTo>
                  <a:cubicBezTo>
                    <a:pt x="2769870" y="1835150"/>
                    <a:pt x="2767330" y="1841500"/>
                    <a:pt x="2766060" y="1844040"/>
                  </a:cubicBezTo>
                  <a:cubicBezTo>
                    <a:pt x="2764790" y="1846580"/>
                    <a:pt x="2762250" y="1851660"/>
                    <a:pt x="2762250" y="1851660"/>
                  </a:cubicBezTo>
                  <a:cubicBezTo>
                    <a:pt x="2762250" y="1852930"/>
                    <a:pt x="2758440" y="1856740"/>
                    <a:pt x="2757170" y="1859280"/>
                  </a:cubicBezTo>
                  <a:cubicBezTo>
                    <a:pt x="2754630" y="1861820"/>
                    <a:pt x="2750820" y="1866900"/>
                    <a:pt x="2750820" y="1866900"/>
                  </a:cubicBezTo>
                  <a:cubicBezTo>
                    <a:pt x="2750820" y="1866900"/>
                    <a:pt x="2745740" y="1870710"/>
                    <a:pt x="2743200" y="1871980"/>
                  </a:cubicBezTo>
                  <a:cubicBezTo>
                    <a:pt x="2741930" y="1874520"/>
                    <a:pt x="2736850" y="1878330"/>
                    <a:pt x="2736850" y="1878330"/>
                  </a:cubicBezTo>
                  <a:cubicBezTo>
                    <a:pt x="2736850" y="1878330"/>
                    <a:pt x="2730500" y="1880870"/>
                    <a:pt x="2727960" y="1882140"/>
                  </a:cubicBezTo>
                  <a:cubicBezTo>
                    <a:pt x="2725420" y="1883410"/>
                    <a:pt x="2720340" y="1885950"/>
                    <a:pt x="2720340" y="1885950"/>
                  </a:cubicBezTo>
                  <a:cubicBezTo>
                    <a:pt x="2720340" y="1885950"/>
                    <a:pt x="2713990" y="1887220"/>
                    <a:pt x="2711450" y="1887220"/>
                  </a:cubicBezTo>
                  <a:cubicBezTo>
                    <a:pt x="2707640" y="1888490"/>
                    <a:pt x="2702560" y="1888490"/>
                    <a:pt x="2702560" y="1888490"/>
                  </a:cubicBezTo>
                  <a:cubicBezTo>
                    <a:pt x="2701290" y="1888490"/>
                    <a:pt x="2696210" y="1888490"/>
                    <a:pt x="2692400" y="1888490"/>
                  </a:cubicBezTo>
                  <a:cubicBezTo>
                    <a:pt x="2689860" y="1888490"/>
                    <a:pt x="2683510" y="1888490"/>
                    <a:pt x="2683510" y="1888490"/>
                  </a:cubicBezTo>
                  <a:cubicBezTo>
                    <a:pt x="2683510" y="1888490"/>
                    <a:pt x="2678430" y="1885950"/>
                    <a:pt x="2674620" y="1884680"/>
                  </a:cubicBezTo>
                  <a:cubicBezTo>
                    <a:pt x="2672080" y="1884680"/>
                    <a:pt x="2670810" y="1883410"/>
                    <a:pt x="2665730" y="1882140"/>
                  </a:cubicBezTo>
                  <a:cubicBezTo>
                    <a:pt x="2656840" y="1880870"/>
                    <a:pt x="2635250" y="1877060"/>
                    <a:pt x="2620010" y="1873250"/>
                  </a:cubicBezTo>
                  <a:cubicBezTo>
                    <a:pt x="2603500" y="1869440"/>
                    <a:pt x="2590800" y="1861820"/>
                    <a:pt x="2569210" y="1856740"/>
                  </a:cubicBezTo>
                  <a:cubicBezTo>
                    <a:pt x="2534920" y="1849120"/>
                    <a:pt x="2475230" y="1841500"/>
                    <a:pt x="2429510" y="1833880"/>
                  </a:cubicBezTo>
                  <a:cubicBezTo>
                    <a:pt x="2383790" y="1824990"/>
                    <a:pt x="2331720" y="1816100"/>
                    <a:pt x="2293620" y="1808480"/>
                  </a:cubicBezTo>
                  <a:cubicBezTo>
                    <a:pt x="2264410" y="1802130"/>
                    <a:pt x="2242820" y="1793240"/>
                    <a:pt x="2216150" y="1790700"/>
                  </a:cubicBezTo>
                  <a:cubicBezTo>
                    <a:pt x="2188210" y="1786890"/>
                    <a:pt x="2148840" y="1791970"/>
                    <a:pt x="2128520" y="1791970"/>
                  </a:cubicBezTo>
                  <a:cubicBezTo>
                    <a:pt x="2117090" y="1791970"/>
                    <a:pt x="2104390" y="1790700"/>
                    <a:pt x="2103120" y="1791970"/>
                  </a:cubicBezTo>
                  <a:cubicBezTo>
                    <a:pt x="2101850" y="1798320"/>
                    <a:pt x="2094230" y="1854200"/>
                    <a:pt x="2090420" y="1880870"/>
                  </a:cubicBezTo>
                  <a:cubicBezTo>
                    <a:pt x="2087880" y="1902460"/>
                    <a:pt x="2085340" y="1940560"/>
                    <a:pt x="2085340" y="1940560"/>
                  </a:cubicBezTo>
                  <a:cubicBezTo>
                    <a:pt x="2085340" y="1940560"/>
                    <a:pt x="2084070" y="1945640"/>
                    <a:pt x="2082800" y="1948180"/>
                  </a:cubicBezTo>
                  <a:cubicBezTo>
                    <a:pt x="2082800" y="1950720"/>
                    <a:pt x="2081530" y="1955800"/>
                    <a:pt x="2081530" y="1955800"/>
                  </a:cubicBezTo>
                  <a:cubicBezTo>
                    <a:pt x="2081530" y="1957070"/>
                    <a:pt x="2078990" y="1960880"/>
                    <a:pt x="2077720" y="1963420"/>
                  </a:cubicBezTo>
                  <a:cubicBezTo>
                    <a:pt x="2076450" y="1965960"/>
                    <a:pt x="2073910" y="1971040"/>
                    <a:pt x="2073910" y="1971040"/>
                  </a:cubicBezTo>
                  <a:cubicBezTo>
                    <a:pt x="2073910" y="1971040"/>
                    <a:pt x="2070100" y="1974850"/>
                    <a:pt x="2067560" y="1977390"/>
                  </a:cubicBezTo>
                  <a:cubicBezTo>
                    <a:pt x="2066290" y="1979930"/>
                    <a:pt x="2062480" y="1983740"/>
                    <a:pt x="2062480" y="1983740"/>
                  </a:cubicBezTo>
                  <a:cubicBezTo>
                    <a:pt x="2062480" y="1983740"/>
                    <a:pt x="2058670" y="1986280"/>
                    <a:pt x="2056130" y="1988820"/>
                  </a:cubicBezTo>
                  <a:cubicBezTo>
                    <a:pt x="2053590" y="1990090"/>
                    <a:pt x="2049780" y="1992630"/>
                    <a:pt x="2049780" y="1992630"/>
                  </a:cubicBezTo>
                  <a:cubicBezTo>
                    <a:pt x="2048510" y="1992630"/>
                    <a:pt x="2043430" y="1995170"/>
                    <a:pt x="2040890" y="1996440"/>
                  </a:cubicBezTo>
                  <a:cubicBezTo>
                    <a:pt x="2038350" y="1996440"/>
                    <a:pt x="2034540" y="1998980"/>
                    <a:pt x="2033270" y="1998980"/>
                  </a:cubicBezTo>
                  <a:cubicBezTo>
                    <a:pt x="2033270" y="1998980"/>
                    <a:pt x="2028190" y="2000250"/>
                    <a:pt x="2025650" y="2000250"/>
                  </a:cubicBezTo>
                  <a:cubicBezTo>
                    <a:pt x="2023110" y="2000250"/>
                    <a:pt x="2018030" y="2001520"/>
                    <a:pt x="2018030" y="2001520"/>
                  </a:cubicBezTo>
                  <a:cubicBezTo>
                    <a:pt x="2016760" y="2001520"/>
                    <a:pt x="2011680" y="2000250"/>
                    <a:pt x="2009140" y="2000250"/>
                  </a:cubicBezTo>
                  <a:cubicBezTo>
                    <a:pt x="2006600" y="2000250"/>
                    <a:pt x="2001520" y="1998980"/>
                    <a:pt x="2001520" y="1998980"/>
                  </a:cubicBezTo>
                  <a:cubicBezTo>
                    <a:pt x="2001520" y="1998980"/>
                    <a:pt x="1996440" y="1997710"/>
                    <a:pt x="1993900" y="1996440"/>
                  </a:cubicBezTo>
                  <a:cubicBezTo>
                    <a:pt x="1991360" y="1995170"/>
                    <a:pt x="1986280" y="1993900"/>
                    <a:pt x="1985010" y="1993900"/>
                  </a:cubicBezTo>
                  <a:cubicBezTo>
                    <a:pt x="1985010" y="1993900"/>
                    <a:pt x="1981200" y="1990090"/>
                    <a:pt x="1978660" y="1988820"/>
                  </a:cubicBezTo>
                  <a:cubicBezTo>
                    <a:pt x="1976120" y="1987550"/>
                    <a:pt x="1972310" y="1985010"/>
                    <a:pt x="1972310" y="1985010"/>
                  </a:cubicBezTo>
                  <a:cubicBezTo>
                    <a:pt x="1972310" y="1985010"/>
                    <a:pt x="1968500" y="1979930"/>
                    <a:pt x="1965960" y="1978660"/>
                  </a:cubicBezTo>
                  <a:cubicBezTo>
                    <a:pt x="1964690" y="1976120"/>
                    <a:pt x="1960880" y="1972310"/>
                    <a:pt x="1960880" y="1972310"/>
                  </a:cubicBezTo>
                  <a:cubicBezTo>
                    <a:pt x="1960880" y="1972310"/>
                    <a:pt x="1958340" y="1967230"/>
                    <a:pt x="1957070" y="1964690"/>
                  </a:cubicBezTo>
                  <a:cubicBezTo>
                    <a:pt x="1955800" y="1962150"/>
                    <a:pt x="1953260" y="1958340"/>
                    <a:pt x="1953260" y="1958340"/>
                  </a:cubicBezTo>
                  <a:cubicBezTo>
                    <a:pt x="1953260" y="1957070"/>
                    <a:pt x="1951990" y="1951990"/>
                    <a:pt x="1950720" y="1949450"/>
                  </a:cubicBezTo>
                  <a:cubicBezTo>
                    <a:pt x="1950720" y="1946910"/>
                    <a:pt x="1949450" y="1941830"/>
                    <a:pt x="1949450" y="1941830"/>
                  </a:cubicBezTo>
                  <a:cubicBezTo>
                    <a:pt x="1949450" y="1941830"/>
                    <a:pt x="1949450" y="1936750"/>
                    <a:pt x="1948180" y="1932940"/>
                  </a:cubicBezTo>
                  <a:cubicBezTo>
                    <a:pt x="1948180" y="1930400"/>
                    <a:pt x="1948180" y="1925320"/>
                    <a:pt x="1948180" y="1925320"/>
                  </a:cubicBezTo>
                  <a:cubicBezTo>
                    <a:pt x="1948180" y="1925320"/>
                    <a:pt x="1946910" y="1802130"/>
                    <a:pt x="1921510" y="1775460"/>
                  </a:cubicBezTo>
                  <a:cubicBezTo>
                    <a:pt x="1903730" y="1756410"/>
                    <a:pt x="1842770" y="1757680"/>
                    <a:pt x="1841500" y="1757680"/>
                  </a:cubicBezTo>
                  <a:cubicBezTo>
                    <a:pt x="1841500" y="1757680"/>
                    <a:pt x="1836420" y="1757680"/>
                    <a:pt x="1832610" y="1757680"/>
                  </a:cubicBezTo>
                  <a:cubicBezTo>
                    <a:pt x="1830070" y="1757680"/>
                    <a:pt x="1824990" y="1757680"/>
                    <a:pt x="1823720" y="1757680"/>
                  </a:cubicBezTo>
                  <a:cubicBezTo>
                    <a:pt x="1823720" y="1757680"/>
                    <a:pt x="1818640" y="1756410"/>
                    <a:pt x="1816100" y="1755140"/>
                  </a:cubicBezTo>
                  <a:cubicBezTo>
                    <a:pt x="1812290" y="1755140"/>
                    <a:pt x="1807210" y="1753870"/>
                    <a:pt x="1807210" y="1753870"/>
                  </a:cubicBezTo>
                  <a:cubicBezTo>
                    <a:pt x="1807210" y="1753870"/>
                    <a:pt x="1802130" y="1751330"/>
                    <a:pt x="1799590" y="1750060"/>
                  </a:cubicBezTo>
                  <a:cubicBezTo>
                    <a:pt x="1797050" y="1748790"/>
                    <a:pt x="1794510" y="1746250"/>
                    <a:pt x="1793240" y="1746250"/>
                  </a:cubicBezTo>
                  <a:cubicBezTo>
                    <a:pt x="1793240" y="1747520"/>
                    <a:pt x="1793240" y="1748790"/>
                    <a:pt x="1791970" y="1750060"/>
                  </a:cubicBezTo>
                  <a:cubicBezTo>
                    <a:pt x="1790700" y="1752600"/>
                    <a:pt x="1788160" y="1757680"/>
                    <a:pt x="1788160" y="1758950"/>
                  </a:cubicBezTo>
                  <a:cubicBezTo>
                    <a:pt x="1788160" y="1758950"/>
                    <a:pt x="1785620" y="1762760"/>
                    <a:pt x="1783080" y="1765300"/>
                  </a:cubicBezTo>
                  <a:cubicBezTo>
                    <a:pt x="1781810" y="1767840"/>
                    <a:pt x="1778000" y="1771650"/>
                    <a:pt x="1778000" y="1771650"/>
                  </a:cubicBezTo>
                  <a:cubicBezTo>
                    <a:pt x="1778000" y="1771650"/>
                    <a:pt x="1772920" y="1775460"/>
                    <a:pt x="1771650" y="1776730"/>
                  </a:cubicBezTo>
                  <a:cubicBezTo>
                    <a:pt x="1769110" y="1779270"/>
                    <a:pt x="1764030" y="1781810"/>
                    <a:pt x="1764030" y="1783080"/>
                  </a:cubicBezTo>
                  <a:cubicBezTo>
                    <a:pt x="1764030" y="1783080"/>
                    <a:pt x="1758950" y="1784350"/>
                    <a:pt x="1756410" y="1785620"/>
                  </a:cubicBezTo>
                  <a:cubicBezTo>
                    <a:pt x="1753870" y="1786890"/>
                    <a:pt x="1748790" y="1789430"/>
                    <a:pt x="1748790" y="1789430"/>
                  </a:cubicBezTo>
                  <a:cubicBezTo>
                    <a:pt x="1748790" y="1789430"/>
                    <a:pt x="1743710" y="1790700"/>
                    <a:pt x="1739900" y="1790700"/>
                  </a:cubicBezTo>
                  <a:cubicBezTo>
                    <a:pt x="1737360" y="1791970"/>
                    <a:pt x="1732280" y="1793240"/>
                    <a:pt x="1732280" y="1793240"/>
                  </a:cubicBezTo>
                  <a:cubicBezTo>
                    <a:pt x="1732280" y="1793240"/>
                    <a:pt x="1725930" y="1791970"/>
                    <a:pt x="1723390" y="1791970"/>
                  </a:cubicBezTo>
                  <a:cubicBezTo>
                    <a:pt x="1720850" y="1791970"/>
                    <a:pt x="1718310" y="1791970"/>
                    <a:pt x="1714500" y="1791970"/>
                  </a:cubicBezTo>
                  <a:cubicBezTo>
                    <a:pt x="1706880" y="1790700"/>
                    <a:pt x="1687830" y="1788160"/>
                    <a:pt x="1681480" y="1786890"/>
                  </a:cubicBezTo>
                  <a:cubicBezTo>
                    <a:pt x="1680210" y="1786890"/>
                    <a:pt x="1678940" y="1785620"/>
                    <a:pt x="1677670" y="1785620"/>
                  </a:cubicBezTo>
                  <a:cubicBezTo>
                    <a:pt x="1675130" y="1786890"/>
                    <a:pt x="1675130" y="1799590"/>
                    <a:pt x="1671320" y="1813560"/>
                  </a:cubicBezTo>
                  <a:cubicBezTo>
                    <a:pt x="1661160" y="1854200"/>
                    <a:pt x="1620520" y="1981200"/>
                    <a:pt x="1598930" y="2049780"/>
                  </a:cubicBezTo>
                  <a:cubicBezTo>
                    <a:pt x="1582420" y="2101850"/>
                    <a:pt x="1567180" y="2160270"/>
                    <a:pt x="1554480" y="2189480"/>
                  </a:cubicBezTo>
                  <a:cubicBezTo>
                    <a:pt x="1548130" y="2204720"/>
                    <a:pt x="1541780" y="2214880"/>
                    <a:pt x="1537970" y="2221230"/>
                  </a:cubicBezTo>
                  <a:cubicBezTo>
                    <a:pt x="1536700" y="2223770"/>
                    <a:pt x="1535430" y="2226310"/>
                    <a:pt x="1535430" y="2227580"/>
                  </a:cubicBezTo>
                  <a:cubicBezTo>
                    <a:pt x="1534160" y="2230120"/>
                    <a:pt x="1531620" y="2235200"/>
                    <a:pt x="1531620" y="2235200"/>
                  </a:cubicBezTo>
                  <a:cubicBezTo>
                    <a:pt x="1531620" y="2235200"/>
                    <a:pt x="1529080" y="2239010"/>
                    <a:pt x="1526540" y="2240280"/>
                  </a:cubicBezTo>
                  <a:cubicBezTo>
                    <a:pt x="1525270" y="2242820"/>
                    <a:pt x="1522730" y="2246630"/>
                    <a:pt x="1522730" y="2246630"/>
                  </a:cubicBezTo>
                  <a:cubicBezTo>
                    <a:pt x="1522730" y="2246630"/>
                    <a:pt x="1518920" y="2249170"/>
                    <a:pt x="1516380" y="2251710"/>
                  </a:cubicBezTo>
                  <a:cubicBezTo>
                    <a:pt x="1515110" y="2252980"/>
                    <a:pt x="1511300" y="2255520"/>
                    <a:pt x="1511300" y="2255520"/>
                  </a:cubicBezTo>
                  <a:cubicBezTo>
                    <a:pt x="1511300" y="2255520"/>
                    <a:pt x="1506220" y="2258060"/>
                    <a:pt x="1503680" y="2259330"/>
                  </a:cubicBezTo>
                  <a:cubicBezTo>
                    <a:pt x="1501140" y="2260600"/>
                    <a:pt x="1497330" y="2261870"/>
                    <a:pt x="1497330" y="2261870"/>
                  </a:cubicBezTo>
                  <a:cubicBezTo>
                    <a:pt x="1497330" y="2261870"/>
                    <a:pt x="1492250" y="2263140"/>
                    <a:pt x="1489710" y="2263140"/>
                  </a:cubicBezTo>
                  <a:cubicBezTo>
                    <a:pt x="1487170" y="2264410"/>
                    <a:pt x="1482090" y="2264410"/>
                    <a:pt x="1482090" y="2264410"/>
                  </a:cubicBezTo>
                  <a:cubicBezTo>
                    <a:pt x="1482090" y="2264410"/>
                    <a:pt x="1477010" y="2264410"/>
                    <a:pt x="1474470" y="2264410"/>
                  </a:cubicBezTo>
                  <a:cubicBezTo>
                    <a:pt x="1471930" y="2264410"/>
                    <a:pt x="1468120" y="2264410"/>
                    <a:pt x="1468120" y="2264410"/>
                  </a:cubicBezTo>
                  <a:cubicBezTo>
                    <a:pt x="1466850" y="2264410"/>
                    <a:pt x="1466850" y="2264410"/>
                    <a:pt x="1466850" y="2264410"/>
                  </a:cubicBezTo>
                  <a:cubicBezTo>
                    <a:pt x="1466850" y="2264410"/>
                    <a:pt x="1463040" y="2261870"/>
                    <a:pt x="1460500" y="2261870"/>
                  </a:cubicBezTo>
                  <a:cubicBezTo>
                    <a:pt x="1457960" y="2260600"/>
                    <a:pt x="1452880" y="2259330"/>
                    <a:pt x="1452880" y="2259330"/>
                  </a:cubicBezTo>
                  <a:cubicBezTo>
                    <a:pt x="1452880" y="2259330"/>
                    <a:pt x="1449070" y="2256790"/>
                    <a:pt x="1446530" y="2255520"/>
                  </a:cubicBezTo>
                  <a:cubicBezTo>
                    <a:pt x="1445260" y="2254250"/>
                    <a:pt x="1440180" y="2251710"/>
                    <a:pt x="1440180" y="2251710"/>
                  </a:cubicBezTo>
                  <a:cubicBezTo>
                    <a:pt x="1440180" y="2251710"/>
                    <a:pt x="1436370" y="2247900"/>
                    <a:pt x="1435100" y="2246630"/>
                  </a:cubicBezTo>
                  <a:cubicBezTo>
                    <a:pt x="1433830" y="2244090"/>
                    <a:pt x="1430020" y="2241550"/>
                    <a:pt x="1430020" y="2241550"/>
                  </a:cubicBezTo>
                  <a:cubicBezTo>
                    <a:pt x="1430020" y="2241550"/>
                    <a:pt x="1427480" y="2236470"/>
                    <a:pt x="1426210" y="2235200"/>
                  </a:cubicBezTo>
                  <a:cubicBezTo>
                    <a:pt x="1424940" y="2232660"/>
                    <a:pt x="1422400" y="2228850"/>
                    <a:pt x="1422400" y="2227580"/>
                  </a:cubicBezTo>
                  <a:cubicBezTo>
                    <a:pt x="1422400" y="2227580"/>
                    <a:pt x="1421130" y="2223770"/>
                    <a:pt x="1419860" y="2221230"/>
                  </a:cubicBezTo>
                  <a:cubicBezTo>
                    <a:pt x="1418590" y="2218690"/>
                    <a:pt x="1417320" y="2213610"/>
                    <a:pt x="1417320" y="2213610"/>
                  </a:cubicBezTo>
                  <a:cubicBezTo>
                    <a:pt x="1417320" y="2213610"/>
                    <a:pt x="1417320" y="2208530"/>
                    <a:pt x="1417320" y="2205990"/>
                  </a:cubicBezTo>
                  <a:cubicBezTo>
                    <a:pt x="1417320" y="2203450"/>
                    <a:pt x="1417320" y="2199640"/>
                    <a:pt x="1417320" y="2198370"/>
                  </a:cubicBezTo>
                  <a:cubicBezTo>
                    <a:pt x="1417320" y="2198370"/>
                    <a:pt x="1417320" y="2194560"/>
                    <a:pt x="1418590" y="2192020"/>
                  </a:cubicBezTo>
                  <a:cubicBezTo>
                    <a:pt x="1418590" y="2189480"/>
                    <a:pt x="1419860" y="2184400"/>
                    <a:pt x="1419860" y="2184400"/>
                  </a:cubicBezTo>
                  <a:cubicBezTo>
                    <a:pt x="1419860" y="2184400"/>
                    <a:pt x="1432560" y="2123440"/>
                    <a:pt x="1438910" y="2092960"/>
                  </a:cubicBezTo>
                  <a:cubicBezTo>
                    <a:pt x="1445260" y="2061210"/>
                    <a:pt x="1452880" y="2023110"/>
                    <a:pt x="1457960" y="1997710"/>
                  </a:cubicBezTo>
                  <a:cubicBezTo>
                    <a:pt x="1460500" y="1979930"/>
                    <a:pt x="1466850" y="1953260"/>
                    <a:pt x="1464310" y="1951990"/>
                  </a:cubicBezTo>
                  <a:cubicBezTo>
                    <a:pt x="1464310" y="1950720"/>
                    <a:pt x="1460500" y="1955800"/>
                    <a:pt x="1460500" y="1955800"/>
                  </a:cubicBezTo>
                  <a:cubicBezTo>
                    <a:pt x="1460500" y="1955800"/>
                    <a:pt x="1455420" y="1958340"/>
                    <a:pt x="1452880" y="1959610"/>
                  </a:cubicBezTo>
                  <a:cubicBezTo>
                    <a:pt x="1450340" y="1960880"/>
                    <a:pt x="1445260" y="1963420"/>
                    <a:pt x="1445260" y="1963420"/>
                  </a:cubicBezTo>
                  <a:cubicBezTo>
                    <a:pt x="1443990" y="1963420"/>
                    <a:pt x="1443990" y="1963420"/>
                    <a:pt x="1443990" y="1963420"/>
                  </a:cubicBezTo>
                  <a:cubicBezTo>
                    <a:pt x="1443990" y="1963420"/>
                    <a:pt x="1438910" y="1965960"/>
                    <a:pt x="1436370" y="1965960"/>
                  </a:cubicBezTo>
                  <a:cubicBezTo>
                    <a:pt x="1432560" y="1967230"/>
                    <a:pt x="1427480" y="1968500"/>
                    <a:pt x="1427480" y="1968500"/>
                  </a:cubicBezTo>
                  <a:cubicBezTo>
                    <a:pt x="1427480" y="1968500"/>
                    <a:pt x="1421130" y="1968500"/>
                    <a:pt x="1418590" y="1968500"/>
                  </a:cubicBezTo>
                  <a:cubicBezTo>
                    <a:pt x="1414780" y="1968500"/>
                    <a:pt x="1409700" y="1968500"/>
                    <a:pt x="1408430" y="1968500"/>
                  </a:cubicBezTo>
                  <a:cubicBezTo>
                    <a:pt x="1408430" y="1968500"/>
                    <a:pt x="1403350" y="1967230"/>
                    <a:pt x="1400810" y="1967230"/>
                  </a:cubicBezTo>
                  <a:cubicBezTo>
                    <a:pt x="1398270" y="1965960"/>
                    <a:pt x="1395730" y="1963420"/>
                    <a:pt x="1393190" y="1964690"/>
                  </a:cubicBezTo>
                  <a:cubicBezTo>
                    <a:pt x="1379220" y="1972310"/>
                    <a:pt x="1342390" y="2075180"/>
                    <a:pt x="1313180" y="2136140"/>
                  </a:cubicBezTo>
                  <a:cubicBezTo>
                    <a:pt x="1278890" y="2208530"/>
                    <a:pt x="1233170" y="2291080"/>
                    <a:pt x="1197610" y="2367280"/>
                  </a:cubicBezTo>
                  <a:cubicBezTo>
                    <a:pt x="1163320" y="2440940"/>
                    <a:pt x="1106170" y="2586990"/>
                    <a:pt x="1104900" y="2586990"/>
                  </a:cubicBezTo>
                  <a:cubicBezTo>
                    <a:pt x="1104900" y="2586990"/>
                    <a:pt x="1103630" y="2592070"/>
                    <a:pt x="1102360" y="2594610"/>
                  </a:cubicBezTo>
                  <a:cubicBezTo>
                    <a:pt x="1102360" y="2597150"/>
                    <a:pt x="1099820" y="2600960"/>
                    <a:pt x="1099820" y="2600960"/>
                  </a:cubicBezTo>
                  <a:cubicBezTo>
                    <a:pt x="1099820" y="2600960"/>
                    <a:pt x="1097280" y="2604770"/>
                    <a:pt x="1096010" y="2607310"/>
                  </a:cubicBezTo>
                  <a:cubicBezTo>
                    <a:pt x="1093470" y="2609850"/>
                    <a:pt x="1090930" y="2613660"/>
                    <a:pt x="1090930" y="2613660"/>
                  </a:cubicBezTo>
                  <a:cubicBezTo>
                    <a:pt x="1090930" y="2613660"/>
                    <a:pt x="1087120" y="2616200"/>
                    <a:pt x="1085850" y="2617470"/>
                  </a:cubicBezTo>
                  <a:cubicBezTo>
                    <a:pt x="1083310" y="2620010"/>
                    <a:pt x="1079500" y="2622550"/>
                    <a:pt x="1079500" y="2622550"/>
                  </a:cubicBezTo>
                  <a:cubicBezTo>
                    <a:pt x="1079500" y="2622550"/>
                    <a:pt x="1075690" y="2625090"/>
                    <a:pt x="1073150" y="2626360"/>
                  </a:cubicBezTo>
                  <a:cubicBezTo>
                    <a:pt x="1070610" y="2627630"/>
                    <a:pt x="1066800" y="2628900"/>
                    <a:pt x="1066800" y="2628900"/>
                  </a:cubicBezTo>
                  <a:cubicBezTo>
                    <a:pt x="1066800" y="2630170"/>
                    <a:pt x="1061720" y="2630170"/>
                    <a:pt x="1059180" y="2631440"/>
                  </a:cubicBezTo>
                  <a:cubicBezTo>
                    <a:pt x="1056640" y="2631440"/>
                    <a:pt x="1051560" y="2632710"/>
                    <a:pt x="1051560" y="2632710"/>
                  </a:cubicBezTo>
                  <a:cubicBezTo>
                    <a:pt x="1051560" y="2632710"/>
                    <a:pt x="1046480" y="2632710"/>
                    <a:pt x="1043940" y="2632710"/>
                  </a:cubicBezTo>
                  <a:cubicBezTo>
                    <a:pt x="1041400" y="2632710"/>
                    <a:pt x="1037590" y="2632710"/>
                    <a:pt x="1037590" y="2632710"/>
                  </a:cubicBezTo>
                  <a:cubicBezTo>
                    <a:pt x="1036320" y="2632710"/>
                    <a:pt x="1032510" y="2631440"/>
                    <a:pt x="1029970" y="2630170"/>
                  </a:cubicBezTo>
                  <a:cubicBezTo>
                    <a:pt x="1027430" y="2630170"/>
                    <a:pt x="1022350" y="2628900"/>
                    <a:pt x="1022350" y="2628900"/>
                  </a:cubicBezTo>
                  <a:cubicBezTo>
                    <a:pt x="1022350" y="2628900"/>
                    <a:pt x="1018540" y="2626360"/>
                    <a:pt x="1016000" y="2625090"/>
                  </a:cubicBezTo>
                  <a:cubicBezTo>
                    <a:pt x="1013460" y="2623820"/>
                    <a:pt x="1009650" y="2621280"/>
                    <a:pt x="1009650" y="2621280"/>
                  </a:cubicBezTo>
                  <a:cubicBezTo>
                    <a:pt x="1009650" y="2621280"/>
                    <a:pt x="1005840" y="2617470"/>
                    <a:pt x="1004570" y="2616200"/>
                  </a:cubicBezTo>
                  <a:cubicBezTo>
                    <a:pt x="1002030" y="2614930"/>
                    <a:pt x="998220" y="2611120"/>
                    <a:pt x="998220" y="2611120"/>
                  </a:cubicBezTo>
                  <a:cubicBezTo>
                    <a:pt x="998220" y="2611120"/>
                    <a:pt x="995680" y="2606040"/>
                    <a:pt x="994410" y="2604770"/>
                  </a:cubicBezTo>
                  <a:cubicBezTo>
                    <a:pt x="991870" y="2604770"/>
                    <a:pt x="986790" y="2633980"/>
                    <a:pt x="979170" y="2645410"/>
                  </a:cubicBezTo>
                  <a:cubicBezTo>
                    <a:pt x="971550" y="2656840"/>
                    <a:pt x="953770" y="2672080"/>
                    <a:pt x="952500" y="2674620"/>
                  </a:cubicBezTo>
                  <a:cubicBezTo>
                    <a:pt x="951230" y="2675890"/>
                    <a:pt x="952500" y="2675890"/>
                    <a:pt x="951230" y="2675890"/>
                  </a:cubicBezTo>
                  <a:cubicBezTo>
                    <a:pt x="948690" y="2675890"/>
                    <a:pt x="904240" y="2749550"/>
                    <a:pt x="887730" y="2744470"/>
                  </a:cubicBezTo>
                  <a:cubicBezTo>
                    <a:pt x="863600" y="2738120"/>
                    <a:pt x="842010" y="2628900"/>
                    <a:pt x="843280" y="2565400"/>
                  </a:cubicBezTo>
                  <a:cubicBezTo>
                    <a:pt x="844550" y="2491740"/>
                    <a:pt x="883920" y="2414270"/>
                    <a:pt x="906780" y="2329180"/>
                  </a:cubicBezTo>
                  <a:cubicBezTo>
                    <a:pt x="932180" y="2228850"/>
                    <a:pt x="984250" y="2018030"/>
                    <a:pt x="988060" y="2001520"/>
                  </a:cubicBezTo>
                  <a:cubicBezTo>
                    <a:pt x="988060" y="2000250"/>
                    <a:pt x="989330" y="1998980"/>
                    <a:pt x="988060" y="1998980"/>
                  </a:cubicBezTo>
                  <a:cubicBezTo>
                    <a:pt x="985520" y="1996440"/>
                    <a:pt x="946150" y="2011680"/>
                    <a:pt x="922020" y="2015490"/>
                  </a:cubicBezTo>
                  <a:cubicBezTo>
                    <a:pt x="892810" y="2019300"/>
                    <a:pt x="852170" y="2005330"/>
                    <a:pt x="825500" y="2021840"/>
                  </a:cubicBezTo>
                  <a:cubicBezTo>
                    <a:pt x="791210" y="2042160"/>
                    <a:pt x="779780" y="2101850"/>
                    <a:pt x="751840" y="2152650"/>
                  </a:cubicBezTo>
                  <a:cubicBezTo>
                    <a:pt x="712470" y="2225040"/>
                    <a:pt x="660400" y="2335530"/>
                    <a:pt x="614680" y="2410460"/>
                  </a:cubicBezTo>
                  <a:cubicBezTo>
                    <a:pt x="576580" y="2472690"/>
                    <a:pt x="534670" y="2520950"/>
                    <a:pt x="499110" y="2573020"/>
                  </a:cubicBezTo>
                  <a:cubicBezTo>
                    <a:pt x="467360" y="2622550"/>
                    <a:pt x="410210" y="2717800"/>
                    <a:pt x="410210" y="2717800"/>
                  </a:cubicBezTo>
                  <a:cubicBezTo>
                    <a:pt x="410210" y="2717800"/>
                    <a:pt x="408940" y="2722880"/>
                    <a:pt x="407670" y="2725420"/>
                  </a:cubicBezTo>
                  <a:cubicBezTo>
                    <a:pt x="406400" y="2727960"/>
                    <a:pt x="403860" y="2733040"/>
                    <a:pt x="403860" y="2733040"/>
                  </a:cubicBezTo>
                  <a:cubicBezTo>
                    <a:pt x="403860" y="2733040"/>
                    <a:pt x="401320" y="2736850"/>
                    <a:pt x="398780" y="2739390"/>
                  </a:cubicBezTo>
                  <a:cubicBezTo>
                    <a:pt x="397510" y="2740660"/>
                    <a:pt x="393700" y="2744470"/>
                    <a:pt x="393700" y="2745740"/>
                  </a:cubicBezTo>
                  <a:cubicBezTo>
                    <a:pt x="393700" y="2745740"/>
                    <a:pt x="389890" y="2748280"/>
                    <a:pt x="388620" y="2749550"/>
                  </a:cubicBezTo>
                  <a:cubicBezTo>
                    <a:pt x="386080" y="2752090"/>
                    <a:pt x="382270" y="2754630"/>
                    <a:pt x="382270" y="2754630"/>
                  </a:cubicBezTo>
                  <a:cubicBezTo>
                    <a:pt x="381000" y="2754630"/>
                    <a:pt x="377190" y="2757170"/>
                    <a:pt x="374650" y="2758440"/>
                  </a:cubicBezTo>
                  <a:cubicBezTo>
                    <a:pt x="372110" y="2759710"/>
                    <a:pt x="367030" y="2760980"/>
                    <a:pt x="367030" y="2760980"/>
                  </a:cubicBezTo>
                  <a:cubicBezTo>
                    <a:pt x="367030" y="2760980"/>
                    <a:pt x="361950" y="2762250"/>
                    <a:pt x="359410" y="2763520"/>
                  </a:cubicBezTo>
                  <a:cubicBezTo>
                    <a:pt x="356870" y="2763520"/>
                    <a:pt x="351790" y="2764790"/>
                    <a:pt x="351790" y="2764790"/>
                  </a:cubicBezTo>
                  <a:cubicBezTo>
                    <a:pt x="351790" y="2764790"/>
                    <a:pt x="346710" y="2763520"/>
                    <a:pt x="344170" y="2763520"/>
                  </a:cubicBezTo>
                  <a:cubicBezTo>
                    <a:pt x="340360" y="2763520"/>
                    <a:pt x="335280" y="2763520"/>
                    <a:pt x="335280" y="2763520"/>
                  </a:cubicBezTo>
                  <a:cubicBezTo>
                    <a:pt x="335280" y="2763520"/>
                    <a:pt x="330200" y="2762250"/>
                    <a:pt x="327660" y="2760980"/>
                  </a:cubicBezTo>
                  <a:cubicBezTo>
                    <a:pt x="325120" y="2759710"/>
                    <a:pt x="320040" y="2758440"/>
                    <a:pt x="320040" y="2758440"/>
                  </a:cubicBezTo>
                  <a:cubicBezTo>
                    <a:pt x="320040" y="2758440"/>
                    <a:pt x="316230" y="2755900"/>
                    <a:pt x="313690" y="2754630"/>
                  </a:cubicBezTo>
                  <a:cubicBezTo>
                    <a:pt x="311150" y="2753360"/>
                    <a:pt x="307340" y="2750820"/>
                    <a:pt x="307340" y="2750820"/>
                  </a:cubicBezTo>
                  <a:cubicBezTo>
                    <a:pt x="307340" y="2750820"/>
                    <a:pt x="303530" y="2747010"/>
                    <a:pt x="300990" y="2744470"/>
                  </a:cubicBezTo>
                  <a:cubicBezTo>
                    <a:pt x="299720" y="2743200"/>
                    <a:pt x="295910" y="2739390"/>
                    <a:pt x="295910" y="2739390"/>
                  </a:cubicBezTo>
                  <a:cubicBezTo>
                    <a:pt x="295910" y="2739390"/>
                    <a:pt x="293370" y="2734310"/>
                    <a:pt x="292100" y="2731770"/>
                  </a:cubicBezTo>
                  <a:cubicBezTo>
                    <a:pt x="289560" y="2730500"/>
                    <a:pt x="287020" y="2725420"/>
                    <a:pt x="287020" y="2725420"/>
                  </a:cubicBezTo>
                  <a:cubicBezTo>
                    <a:pt x="287020" y="2725420"/>
                    <a:pt x="285750" y="2720340"/>
                    <a:pt x="284480" y="2717800"/>
                  </a:cubicBezTo>
                  <a:cubicBezTo>
                    <a:pt x="284480" y="2715260"/>
                    <a:pt x="283210" y="2710180"/>
                    <a:pt x="283210" y="2710180"/>
                  </a:cubicBezTo>
                  <a:cubicBezTo>
                    <a:pt x="283210" y="2710180"/>
                    <a:pt x="281940" y="2705100"/>
                    <a:pt x="281940" y="2702560"/>
                  </a:cubicBezTo>
                  <a:cubicBezTo>
                    <a:pt x="281940" y="2700020"/>
                    <a:pt x="281940" y="2694940"/>
                    <a:pt x="281940" y="2694940"/>
                  </a:cubicBezTo>
                  <a:cubicBezTo>
                    <a:pt x="281940" y="2694940"/>
                    <a:pt x="283210" y="2689860"/>
                    <a:pt x="283210" y="2686050"/>
                  </a:cubicBezTo>
                  <a:cubicBezTo>
                    <a:pt x="283210" y="2683510"/>
                    <a:pt x="283210" y="2682240"/>
                    <a:pt x="284480" y="2678430"/>
                  </a:cubicBezTo>
                  <a:cubicBezTo>
                    <a:pt x="288290" y="2663190"/>
                    <a:pt x="304800" y="2608580"/>
                    <a:pt x="317500" y="2573020"/>
                  </a:cubicBezTo>
                  <a:cubicBezTo>
                    <a:pt x="330200" y="2534920"/>
                    <a:pt x="346710" y="2499360"/>
                    <a:pt x="364490" y="2457450"/>
                  </a:cubicBezTo>
                  <a:cubicBezTo>
                    <a:pt x="386080" y="2405380"/>
                    <a:pt x="412750" y="2346960"/>
                    <a:pt x="436880" y="2287270"/>
                  </a:cubicBezTo>
                  <a:cubicBezTo>
                    <a:pt x="463550" y="2219960"/>
                    <a:pt x="499110" y="2115820"/>
                    <a:pt x="515620" y="2072640"/>
                  </a:cubicBezTo>
                  <a:cubicBezTo>
                    <a:pt x="523240" y="2054860"/>
                    <a:pt x="532130" y="2038350"/>
                    <a:pt x="532130" y="2033270"/>
                  </a:cubicBezTo>
                  <a:cubicBezTo>
                    <a:pt x="532130" y="2032000"/>
                    <a:pt x="530860" y="2032000"/>
                    <a:pt x="530860" y="2032000"/>
                  </a:cubicBezTo>
                  <a:cubicBezTo>
                    <a:pt x="529590" y="2029460"/>
                    <a:pt x="527050" y="2024380"/>
                    <a:pt x="525780" y="2024380"/>
                  </a:cubicBezTo>
                  <a:cubicBezTo>
                    <a:pt x="525780" y="2024380"/>
                    <a:pt x="524510" y="2019300"/>
                    <a:pt x="523240" y="2016760"/>
                  </a:cubicBezTo>
                  <a:cubicBezTo>
                    <a:pt x="523240" y="2014220"/>
                    <a:pt x="520700" y="2009140"/>
                    <a:pt x="520700" y="2009140"/>
                  </a:cubicBezTo>
                  <a:cubicBezTo>
                    <a:pt x="520700" y="2009140"/>
                    <a:pt x="520700" y="2002790"/>
                    <a:pt x="520700" y="2000250"/>
                  </a:cubicBezTo>
                  <a:cubicBezTo>
                    <a:pt x="519430" y="1997710"/>
                    <a:pt x="519430" y="1992630"/>
                    <a:pt x="519430" y="1992630"/>
                  </a:cubicBezTo>
                  <a:cubicBezTo>
                    <a:pt x="519430" y="1991360"/>
                    <a:pt x="520700" y="1986280"/>
                    <a:pt x="520700" y="1983740"/>
                  </a:cubicBezTo>
                  <a:cubicBezTo>
                    <a:pt x="520700" y="1982470"/>
                    <a:pt x="521970" y="1979930"/>
                    <a:pt x="521970" y="1978660"/>
                  </a:cubicBezTo>
                  <a:cubicBezTo>
                    <a:pt x="520700" y="1978660"/>
                    <a:pt x="509270" y="2004060"/>
                    <a:pt x="509270" y="2004060"/>
                  </a:cubicBezTo>
                  <a:cubicBezTo>
                    <a:pt x="509270" y="2004060"/>
                    <a:pt x="506730" y="2010410"/>
                    <a:pt x="506730" y="2012950"/>
                  </a:cubicBezTo>
                  <a:cubicBezTo>
                    <a:pt x="505460" y="2015490"/>
                    <a:pt x="502920" y="2020570"/>
                    <a:pt x="502920" y="2020570"/>
                  </a:cubicBezTo>
                  <a:cubicBezTo>
                    <a:pt x="502920" y="2020570"/>
                    <a:pt x="500380" y="2025650"/>
                    <a:pt x="497840" y="2028190"/>
                  </a:cubicBezTo>
                  <a:cubicBezTo>
                    <a:pt x="496570" y="2029460"/>
                    <a:pt x="494030" y="2034540"/>
                    <a:pt x="494030" y="2034540"/>
                  </a:cubicBezTo>
                  <a:cubicBezTo>
                    <a:pt x="492760" y="2034540"/>
                    <a:pt x="488950" y="2038350"/>
                    <a:pt x="487680" y="2040890"/>
                  </a:cubicBezTo>
                  <a:cubicBezTo>
                    <a:pt x="485140" y="2042160"/>
                    <a:pt x="481330" y="2045970"/>
                    <a:pt x="480060" y="2045970"/>
                  </a:cubicBezTo>
                  <a:cubicBezTo>
                    <a:pt x="480060" y="2045970"/>
                    <a:pt x="476250" y="2048510"/>
                    <a:pt x="473710" y="2049780"/>
                  </a:cubicBezTo>
                  <a:cubicBezTo>
                    <a:pt x="471170" y="2051050"/>
                    <a:pt x="466090" y="2053590"/>
                    <a:pt x="466090" y="2053590"/>
                  </a:cubicBezTo>
                  <a:cubicBezTo>
                    <a:pt x="466090" y="2053590"/>
                    <a:pt x="459740" y="2054860"/>
                    <a:pt x="457200" y="2056130"/>
                  </a:cubicBezTo>
                  <a:cubicBezTo>
                    <a:pt x="454660" y="2056130"/>
                    <a:pt x="449580" y="2058670"/>
                    <a:pt x="449580" y="2058670"/>
                  </a:cubicBezTo>
                  <a:cubicBezTo>
                    <a:pt x="448310" y="2058670"/>
                    <a:pt x="443230" y="2058670"/>
                    <a:pt x="440690" y="2058670"/>
                  </a:cubicBezTo>
                  <a:cubicBezTo>
                    <a:pt x="438150" y="2058670"/>
                    <a:pt x="431800" y="2058670"/>
                    <a:pt x="431800" y="2058670"/>
                  </a:cubicBezTo>
                  <a:cubicBezTo>
                    <a:pt x="431800" y="2058670"/>
                    <a:pt x="426720" y="2057400"/>
                    <a:pt x="424180" y="2056130"/>
                  </a:cubicBezTo>
                  <a:cubicBezTo>
                    <a:pt x="420370" y="2054860"/>
                    <a:pt x="415290" y="2053590"/>
                    <a:pt x="415290" y="2053590"/>
                  </a:cubicBezTo>
                  <a:cubicBezTo>
                    <a:pt x="415290" y="2053590"/>
                    <a:pt x="410210" y="2051050"/>
                    <a:pt x="407670" y="2049780"/>
                  </a:cubicBezTo>
                  <a:cubicBezTo>
                    <a:pt x="405130" y="2048510"/>
                    <a:pt x="400050" y="2045970"/>
                    <a:pt x="400050" y="2045970"/>
                  </a:cubicBezTo>
                  <a:cubicBezTo>
                    <a:pt x="400050" y="2045970"/>
                    <a:pt x="396240" y="2042160"/>
                    <a:pt x="393700" y="2040890"/>
                  </a:cubicBezTo>
                  <a:cubicBezTo>
                    <a:pt x="391160" y="2038350"/>
                    <a:pt x="387350" y="2034540"/>
                    <a:pt x="387350" y="2034540"/>
                  </a:cubicBezTo>
                  <a:cubicBezTo>
                    <a:pt x="387350" y="2034540"/>
                    <a:pt x="383540" y="2030730"/>
                    <a:pt x="382270" y="2028190"/>
                  </a:cubicBezTo>
                  <a:cubicBezTo>
                    <a:pt x="381000" y="2025650"/>
                    <a:pt x="377190" y="2020570"/>
                    <a:pt x="377190" y="2020570"/>
                  </a:cubicBezTo>
                  <a:cubicBezTo>
                    <a:pt x="377190" y="2020570"/>
                    <a:pt x="375920" y="2015490"/>
                    <a:pt x="374650" y="2012950"/>
                  </a:cubicBezTo>
                  <a:cubicBezTo>
                    <a:pt x="373380" y="2010410"/>
                    <a:pt x="372110" y="2005330"/>
                    <a:pt x="372110" y="2005330"/>
                  </a:cubicBezTo>
                  <a:cubicBezTo>
                    <a:pt x="372110" y="2005330"/>
                    <a:pt x="370840" y="1998980"/>
                    <a:pt x="370840" y="1996440"/>
                  </a:cubicBezTo>
                  <a:cubicBezTo>
                    <a:pt x="369570" y="1993900"/>
                    <a:pt x="369570" y="1987550"/>
                    <a:pt x="369570" y="1987550"/>
                  </a:cubicBezTo>
                  <a:cubicBezTo>
                    <a:pt x="369570" y="1987550"/>
                    <a:pt x="369570" y="1982470"/>
                    <a:pt x="370840" y="1979930"/>
                  </a:cubicBezTo>
                  <a:cubicBezTo>
                    <a:pt x="370840" y="1976120"/>
                    <a:pt x="370840" y="1974850"/>
                    <a:pt x="370840" y="1971040"/>
                  </a:cubicBezTo>
                  <a:cubicBezTo>
                    <a:pt x="372110" y="1963420"/>
                    <a:pt x="373380" y="1953260"/>
                    <a:pt x="377190" y="1939290"/>
                  </a:cubicBezTo>
                  <a:cubicBezTo>
                    <a:pt x="383540" y="1915160"/>
                    <a:pt x="402590" y="1865630"/>
                    <a:pt x="414020" y="1832610"/>
                  </a:cubicBezTo>
                  <a:cubicBezTo>
                    <a:pt x="422910" y="1802130"/>
                    <a:pt x="429260" y="1778000"/>
                    <a:pt x="436880" y="1747520"/>
                  </a:cubicBezTo>
                  <a:cubicBezTo>
                    <a:pt x="445770" y="1713230"/>
                    <a:pt x="454660" y="1670050"/>
                    <a:pt x="459740" y="1637030"/>
                  </a:cubicBezTo>
                  <a:cubicBezTo>
                    <a:pt x="464820" y="1610360"/>
                    <a:pt x="477520" y="1565910"/>
                    <a:pt x="471170" y="1562100"/>
                  </a:cubicBezTo>
                  <a:cubicBezTo>
                    <a:pt x="469900" y="1560830"/>
                    <a:pt x="466090" y="1567180"/>
                    <a:pt x="459740" y="1568450"/>
                  </a:cubicBezTo>
                  <a:cubicBezTo>
                    <a:pt x="440690" y="1573530"/>
                    <a:pt x="370840" y="1588770"/>
                    <a:pt x="344170" y="1573530"/>
                  </a:cubicBezTo>
                  <a:cubicBezTo>
                    <a:pt x="318770" y="1559560"/>
                    <a:pt x="322580" y="1506220"/>
                    <a:pt x="295910" y="1488440"/>
                  </a:cubicBezTo>
                  <a:cubicBezTo>
                    <a:pt x="261620" y="1465580"/>
                    <a:pt x="184150" y="1475740"/>
                    <a:pt x="140970" y="1469390"/>
                  </a:cubicBezTo>
                  <a:cubicBezTo>
                    <a:pt x="110490" y="1465580"/>
                    <a:pt x="62230" y="1456690"/>
                    <a:pt x="62230" y="1456690"/>
                  </a:cubicBezTo>
                  <a:cubicBezTo>
                    <a:pt x="60960" y="1456690"/>
                    <a:pt x="55880" y="1455420"/>
                    <a:pt x="53340" y="1455420"/>
                  </a:cubicBezTo>
                  <a:cubicBezTo>
                    <a:pt x="50800" y="1454150"/>
                    <a:pt x="45720" y="1454150"/>
                    <a:pt x="45720" y="1452880"/>
                  </a:cubicBezTo>
                  <a:cubicBezTo>
                    <a:pt x="45720" y="1452880"/>
                    <a:pt x="40640" y="1451610"/>
                    <a:pt x="39370" y="1450340"/>
                  </a:cubicBezTo>
                  <a:cubicBezTo>
                    <a:pt x="36830" y="1449070"/>
                    <a:pt x="31750" y="1446530"/>
                    <a:pt x="31750" y="1446530"/>
                  </a:cubicBezTo>
                  <a:cubicBezTo>
                    <a:pt x="31750" y="1446530"/>
                    <a:pt x="27940" y="1443990"/>
                    <a:pt x="25400" y="1442720"/>
                  </a:cubicBezTo>
                  <a:cubicBezTo>
                    <a:pt x="22860" y="1440180"/>
                    <a:pt x="19050" y="1437640"/>
                    <a:pt x="19050" y="1437640"/>
                  </a:cubicBezTo>
                  <a:cubicBezTo>
                    <a:pt x="19050" y="1437640"/>
                    <a:pt x="15240" y="1432560"/>
                    <a:pt x="13970" y="1431290"/>
                  </a:cubicBezTo>
                  <a:cubicBezTo>
                    <a:pt x="12700" y="1428750"/>
                    <a:pt x="8890" y="1424940"/>
                    <a:pt x="8890" y="1424940"/>
                  </a:cubicBezTo>
                  <a:cubicBezTo>
                    <a:pt x="8890" y="1424940"/>
                    <a:pt x="7620" y="1419860"/>
                    <a:pt x="6350" y="1417320"/>
                  </a:cubicBezTo>
                  <a:cubicBezTo>
                    <a:pt x="5080" y="1414780"/>
                    <a:pt x="2540" y="1410970"/>
                    <a:pt x="2540" y="1409700"/>
                  </a:cubicBezTo>
                  <a:cubicBezTo>
                    <a:pt x="2540" y="1409700"/>
                    <a:pt x="2540" y="1404620"/>
                    <a:pt x="1270" y="1402080"/>
                  </a:cubicBezTo>
                  <a:cubicBezTo>
                    <a:pt x="1270" y="1399540"/>
                    <a:pt x="0" y="1394460"/>
                    <a:pt x="0" y="1394460"/>
                  </a:cubicBezTo>
                  <a:moveTo>
                    <a:pt x="535940" y="1950720"/>
                  </a:moveTo>
                  <a:cubicBezTo>
                    <a:pt x="538480" y="1946910"/>
                    <a:pt x="538480" y="1946910"/>
                    <a:pt x="538480" y="1946910"/>
                  </a:cubicBezTo>
                  <a:cubicBezTo>
                    <a:pt x="538480" y="1946910"/>
                    <a:pt x="542290" y="1943100"/>
                    <a:pt x="544830" y="1940560"/>
                  </a:cubicBezTo>
                  <a:cubicBezTo>
                    <a:pt x="547370" y="1939290"/>
                    <a:pt x="551180" y="1935480"/>
                    <a:pt x="551180" y="1935480"/>
                  </a:cubicBezTo>
                  <a:cubicBezTo>
                    <a:pt x="551180" y="1935480"/>
                    <a:pt x="556260" y="1932940"/>
                    <a:pt x="558800" y="1931670"/>
                  </a:cubicBezTo>
                  <a:cubicBezTo>
                    <a:pt x="561340" y="1930400"/>
                    <a:pt x="566420" y="1929130"/>
                    <a:pt x="566420" y="1927860"/>
                  </a:cubicBezTo>
                  <a:cubicBezTo>
                    <a:pt x="566420" y="1927860"/>
                    <a:pt x="575310" y="1929130"/>
                    <a:pt x="579120" y="1925320"/>
                  </a:cubicBezTo>
                  <a:cubicBezTo>
                    <a:pt x="588010" y="1917700"/>
                    <a:pt x="594360" y="1889760"/>
                    <a:pt x="603250" y="1868170"/>
                  </a:cubicBezTo>
                  <a:cubicBezTo>
                    <a:pt x="615950" y="1840230"/>
                    <a:pt x="646430" y="1770380"/>
                    <a:pt x="645160" y="1769110"/>
                  </a:cubicBezTo>
                  <a:cubicBezTo>
                    <a:pt x="645160" y="1769110"/>
                    <a:pt x="638810" y="1781810"/>
                    <a:pt x="632460" y="1791970"/>
                  </a:cubicBezTo>
                  <a:cubicBezTo>
                    <a:pt x="619760" y="1812290"/>
                    <a:pt x="584200" y="1855470"/>
                    <a:pt x="567690" y="1884680"/>
                  </a:cubicBezTo>
                  <a:cubicBezTo>
                    <a:pt x="553720" y="1907540"/>
                    <a:pt x="535940" y="1950720"/>
                    <a:pt x="535940" y="1950720"/>
                  </a:cubicBezTo>
                  <a:moveTo>
                    <a:pt x="651510" y="1391920"/>
                  </a:moveTo>
                  <a:cubicBezTo>
                    <a:pt x="655320" y="1393190"/>
                    <a:pt x="654050" y="1391920"/>
                    <a:pt x="654050" y="1391920"/>
                  </a:cubicBezTo>
                  <a:cubicBezTo>
                    <a:pt x="654050" y="1391920"/>
                    <a:pt x="652780" y="1390650"/>
                    <a:pt x="652780" y="1390650"/>
                  </a:cubicBezTo>
                  <a:cubicBezTo>
                    <a:pt x="651510" y="1390650"/>
                    <a:pt x="651510" y="1391920"/>
                    <a:pt x="651510" y="1391920"/>
                  </a:cubicBezTo>
                  <a:moveTo>
                    <a:pt x="765810" y="1268730"/>
                  </a:moveTo>
                  <a:cubicBezTo>
                    <a:pt x="862330" y="1266190"/>
                    <a:pt x="866140" y="1216660"/>
                    <a:pt x="877570" y="1186180"/>
                  </a:cubicBezTo>
                  <a:cubicBezTo>
                    <a:pt x="889000" y="1158240"/>
                    <a:pt x="913130" y="1106170"/>
                    <a:pt x="908050" y="1103630"/>
                  </a:cubicBezTo>
                  <a:cubicBezTo>
                    <a:pt x="902970" y="1099820"/>
                    <a:pt x="844550" y="1187450"/>
                    <a:pt x="817880" y="1216660"/>
                  </a:cubicBezTo>
                  <a:cubicBezTo>
                    <a:pt x="798830" y="1238250"/>
                    <a:pt x="765810" y="1268730"/>
                    <a:pt x="765810" y="1268730"/>
                  </a:cubicBezTo>
                  <a:moveTo>
                    <a:pt x="941070" y="1856740"/>
                  </a:moveTo>
                  <a:cubicBezTo>
                    <a:pt x="952500" y="1854200"/>
                    <a:pt x="953770" y="1850390"/>
                    <a:pt x="952500" y="1850390"/>
                  </a:cubicBezTo>
                  <a:cubicBezTo>
                    <a:pt x="952500" y="1849120"/>
                    <a:pt x="941070" y="1856740"/>
                    <a:pt x="941070" y="1856740"/>
                  </a:cubicBezTo>
                  <a:moveTo>
                    <a:pt x="1040130" y="1103630"/>
                  </a:moveTo>
                  <a:cubicBezTo>
                    <a:pt x="1062990" y="1057910"/>
                    <a:pt x="1062990" y="1057910"/>
                    <a:pt x="1062990" y="1057910"/>
                  </a:cubicBezTo>
                  <a:cubicBezTo>
                    <a:pt x="1061720" y="1056640"/>
                    <a:pt x="1059180" y="1052830"/>
                    <a:pt x="1057910" y="1052830"/>
                  </a:cubicBezTo>
                  <a:cubicBezTo>
                    <a:pt x="1054100" y="1052830"/>
                    <a:pt x="1054100" y="1065530"/>
                    <a:pt x="1051560" y="1071880"/>
                  </a:cubicBezTo>
                  <a:cubicBezTo>
                    <a:pt x="1047750" y="1082040"/>
                    <a:pt x="1040130" y="1103630"/>
                    <a:pt x="1040130" y="1103630"/>
                  </a:cubicBezTo>
                  <a:moveTo>
                    <a:pt x="1041400" y="768350"/>
                  </a:moveTo>
                  <a:cubicBezTo>
                    <a:pt x="1043940" y="767080"/>
                    <a:pt x="1043940" y="767080"/>
                    <a:pt x="1043940" y="767080"/>
                  </a:cubicBezTo>
                  <a:cubicBezTo>
                    <a:pt x="1043940" y="767080"/>
                    <a:pt x="1049020" y="767080"/>
                    <a:pt x="1051560" y="767080"/>
                  </a:cubicBezTo>
                  <a:cubicBezTo>
                    <a:pt x="1054100" y="765810"/>
                    <a:pt x="1059180" y="765810"/>
                    <a:pt x="1059180" y="765810"/>
                  </a:cubicBezTo>
                  <a:cubicBezTo>
                    <a:pt x="1059180" y="765810"/>
                    <a:pt x="1064260" y="765810"/>
                    <a:pt x="1066800" y="767080"/>
                  </a:cubicBezTo>
                  <a:cubicBezTo>
                    <a:pt x="1069340" y="767080"/>
                    <a:pt x="1074420" y="767080"/>
                    <a:pt x="1074420" y="767080"/>
                  </a:cubicBezTo>
                  <a:cubicBezTo>
                    <a:pt x="1074420" y="767080"/>
                    <a:pt x="1079500" y="769620"/>
                    <a:pt x="1082040" y="770890"/>
                  </a:cubicBezTo>
                  <a:cubicBezTo>
                    <a:pt x="1084580" y="770890"/>
                    <a:pt x="1089660" y="773430"/>
                    <a:pt x="1089660" y="773430"/>
                  </a:cubicBezTo>
                  <a:cubicBezTo>
                    <a:pt x="1089660" y="773430"/>
                    <a:pt x="1093470" y="775970"/>
                    <a:pt x="1096010" y="777240"/>
                  </a:cubicBezTo>
                  <a:cubicBezTo>
                    <a:pt x="1098550" y="778510"/>
                    <a:pt x="1102360" y="782320"/>
                    <a:pt x="1102360" y="782320"/>
                  </a:cubicBezTo>
                  <a:cubicBezTo>
                    <a:pt x="1102360" y="782320"/>
                    <a:pt x="1106170" y="786130"/>
                    <a:pt x="1107440" y="787400"/>
                  </a:cubicBezTo>
                  <a:cubicBezTo>
                    <a:pt x="1108710" y="789940"/>
                    <a:pt x="1112520" y="793750"/>
                    <a:pt x="1112520" y="793750"/>
                  </a:cubicBezTo>
                  <a:cubicBezTo>
                    <a:pt x="1112520" y="793750"/>
                    <a:pt x="1115060" y="797560"/>
                    <a:pt x="1116330" y="800100"/>
                  </a:cubicBezTo>
                  <a:cubicBezTo>
                    <a:pt x="1117600" y="802640"/>
                    <a:pt x="1120140" y="807720"/>
                    <a:pt x="1120140" y="807720"/>
                  </a:cubicBezTo>
                  <a:cubicBezTo>
                    <a:pt x="1120140" y="807720"/>
                    <a:pt x="1121410" y="812800"/>
                    <a:pt x="1121410" y="815340"/>
                  </a:cubicBezTo>
                  <a:cubicBezTo>
                    <a:pt x="1122680" y="817880"/>
                    <a:pt x="1123950" y="821690"/>
                    <a:pt x="1123950" y="822960"/>
                  </a:cubicBezTo>
                  <a:cubicBezTo>
                    <a:pt x="1123950" y="822960"/>
                    <a:pt x="1123950" y="828040"/>
                    <a:pt x="1123950" y="830580"/>
                  </a:cubicBezTo>
                  <a:cubicBezTo>
                    <a:pt x="1123950" y="833120"/>
                    <a:pt x="1123950" y="838200"/>
                    <a:pt x="1123950" y="838200"/>
                  </a:cubicBezTo>
                  <a:cubicBezTo>
                    <a:pt x="1123950" y="838200"/>
                    <a:pt x="1122680" y="843280"/>
                    <a:pt x="1121410" y="845820"/>
                  </a:cubicBezTo>
                  <a:cubicBezTo>
                    <a:pt x="1121410" y="848360"/>
                    <a:pt x="1120140" y="849630"/>
                    <a:pt x="1120140" y="853440"/>
                  </a:cubicBezTo>
                  <a:cubicBezTo>
                    <a:pt x="1120140" y="857250"/>
                    <a:pt x="1121410" y="862330"/>
                    <a:pt x="1120140" y="871220"/>
                  </a:cubicBezTo>
                  <a:cubicBezTo>
                    <a:pt x="1117600" y="887730"/>
                    <a:pt x="1092200" y="942340"/>
                    <a:pt x="1089660" y="947420"/>
                  </a:cubicBezTo>
                  <a:cubicBezTo>
                    <a:pt x="1089660" y="948690"/>
                    <a:pt x="1089660" y="948690"/>
                    <a:pt x="1089660" y="948690"/>
                  </a:cubicBezTo>
                  <a:cubicBezTo>
                    <a:pt x="1089660" y="948690"/>
                    <a:pt x="1090930" y="948690"/>
                    <a:pt x="1092200" y="948690"/>
                  </a:cubicBezTo>
                  <a:cubicBezTo>
                    <a:pt x="1093470" y="948690"/>
                    <a:pt x="1099820" y="947420"/>
                    <a:pt x="1099820" y="947420"/>
                  </a:cubicBezTo>
                  <a:cubicBezTo>
                    <a:pt x="1099820" y="947420"/>
                    <a:pt x="1104900" y="947420"/>
                    <a:pt x="1107440" y="947420"/>
                  </a:cubicBezTo>
                  <a:cubicBezTo>
                    <a:pt x="1109980" y="947420"/>
                    <a:pt x="1113790" y="947420"/>
                    <a:pt x="1113790" y="947420"/>
                  </a:cubicBezTo>
                  <a:cubicBezTo>
                    <a:pt x="1115060" y="947420"/>
                    <a:pt x="1115060" y="947420"/>
                    <a:pt x="1115060" y="947420"/>
                  </a:cubicBezTo>
                  <a:cubicBezTo>
                    <a:pt x="1116330" y="947420"/>
                    <a:pt x="1117600" y="948690"/>
                    <a:pt x="1117600" y="947420"/>
                  </a:cubicBezTo>
                  <a:cubicBezTo>
                    <a:pt x="1120140" y="946150"/>
                    <a:pt x="1120140" y="941070"/>
                    <a:pt x="1123950" y="934720"/>
                  </a:cubicBezTo>
                  <a:cubicBezTo>
                    <a:pt x="1137920" y="909320"/>
                    <a:pt x="1236980" y="792480"/>
                    <a:pt x="1225550" y="755650"/>
                  </a:cubicBezTo>
                  <a:cubicBezTo>
                    <a:pt x="1217930" y="730250"/>
                    <a:pt x="1156970" y="720090"/>
                    <a:pt x="1137920" y="713740"/>
                  </a:cubicBezTo>
                  <a:cubicBezTo>
                    <a:pt x="1129030" y="709930"/>
                    <a:pt x="1118870" y="708660"/>
                    <a:pt x="1118870" y="708660"/>
                  </a:cubicBezTo>
                  <a:cubicBezTo>
                    <a:pt x="1118870" y="708660"/>
                    <a:pt x="1115060" y="704850"/>
                    <a:pt x="1112520" y="703580"/>
                  </a:cubicBezTo>
                  <a:cubicBezTo>
                    <a:pt x="1111250" y="702310"/>
                    <a:pt x="1107440" y="698500"/>
                    <a:pt x="1107440" y="698500"/>
                  </a:cubicBezTo>
                  <a:cubicBezTo>
                    <a:pt x="1106170" y="698500"/>
                    <a:pt x="1103630" y="693420"/>
                    <a:pt x="1102360" y="692150"/>
                  </a:cubicBezTo>
                  <a:cubicBezTo>
                    <a:pt x="1101090" y="690880"/>
                    <a:pt x="1101090" y="689610"/>
                    <a:pt x="1101090" y="689610"/>
                  </a:cubicBezTo>
                  <a:cubicBezTo>
                    <a:pt x="1094740" y="689610"/>
                    <a:pt x="1055370" y="748030"/>
                    <a:pt x="1046480" y="760730"/>
                  </a:cubicBezTo>
                  <a:cubicBezTo>
                    <a:pt x="1043940" y="764540"/>
                    <a:pt x="1041400" y="768350"/>
                    <a:pt x="1041400" y="768350"/>
                  </a:cubicBezTo>
                  <a:moveTo>
                    <a:pt x="1102360" y="1239520"/>
                  </a:moveTo>
                  <a:cubicBezTo>
                    <a:pt x="1136650" y="1247140"/>
                    <a:pt x="1178560" y="1267460"/>
                    <a:pt x="1191260" y="1261110"/>
                  </a:cubicBezTo>
                  <a:cubicBezTo>
                    <a:pt x="1198880" y="1256030"/>
                    <a:pt x="1196340" y="1244600"/>
                    <a:pt x="1200150" y="1231900"/>
                  </a:cubicBezTo>
                  <a:cubicBezTo>
                    <a:pt x="1207770" y="1207770"/>
                    <a:pt x="1238250" y="1136650"/>
                    <a:pt x="1230630" y="1122680"/>
                  </a:cubicBezTo>
                  <a:cubicBezTo>
                    <a:pt x="1226820" y="1115060"/>
                    <a:pt x="1215390" y="1118870"/>
                    <a:pt x="1206500" y="1115060"/>
                  </a:cubicBezTo>
                  <a:cubicBezTo>
                    <a:pt x="1196340" y="1111250"/>
                    <a:pt x="1183640" y="1096010"/>
                    <a:pt x="1170940" y="1101090"/>
                  </a:cubicBezTo>
                  <a:cubicBezTo>
                    <a:pt x="1148080" y="1108710"/>
                    <a:pt x="1112520" y="1219200"/>
                    <a:pt x="1104900" y="1234440"/>
                  </a:cubicBezTo>
                  <a:cubicBezTo>
                    <a:pt x="1103630" y="1236980"/>
                    <a:pt x="1102360" y="1239520"/>
                    <a:pt x="1102360" y="1239520"/>
                  </a:cubicBezTo>
                  <a:moveTo>
                    <a:pt x="1129030" y="309880"/>
                  </a:moveTo>
                  <a:cubicBezTo>
                    <a:pt x="1172210" y="330200"/>
                    <a:pt x="1215390" y="359410"/>
                    <a:pt x="1231900" y="356870"/>
                  </a:cubicBezTo>
                  <a:cubicBezTo>
                    <a:pt x="1240790" y="355600"/>
                    <a:pt x="1252220" y="342900"/>
                    <a:pt x="1250950" y="339090"/>
                  </a:cubicBezTo>
                  <a:cubicBezTo>
                    <a:pt x="1249680" y="335280"/>
                    <a:pt x="1235710" y="334010"/>
                    <a:pt x="1224280" y="331470"/>
                  </a:cubicBezTo>
                  <a:cubicBezTo>
                    <a:pt x="1201420" y="326390"/>
                    <a:pt x="1129030" y="309880"/>
                    <a:pt x="1129030" y="309880"/>
                  </a:cubicBezTo>
                  <a:moveTo>
                    <a:pt x="1240790" y="965200"/>
                  </a:moveTo>
                  <a:cubicBezTo>
                    <a:pt x="1267460" y="969010"/>
                    <a:pt x="1270000" y="971550"/>
                    <a:pt x="1272540" y="970280"/>
                  </a:cubicBezTo>
                  <a:cubicBezTo>
                    <a:pt x="1282700" y="963930"/>
                    <a:pt x="1309370" y="855980"/>
                    <a:pt x="1304290" y="853440"/>
                  </a:cubicBezTo>
                  <a:cubicBezTo>
                    <a:pt x="1299210" y="852170"/>
                    <a:pt x="1240790" y="965200"/>
                    <a:pt x="1240790" y="965200"/>
                  </a:cubicBezTo>
                  <a:moveTo>
                    <a:pt x="1245870" y="1487170"/>
                  </a:moveTo>
                  <a:cubicBezTo>
                    <a:pt x="1253490" y="1482090"/>
                    <a:pt x="1253490" y="1482090"/>
                    <a:pt x="1253490" y="1482090"/>
                  </a:cubicBezTo>
                  <a:cubicBezTo>
                    <a:pt x="1253490" y="1480820"/>
                    <a:pt x="1253490" y="1482090"/>
                    <a:pt x="1252220" y="1482090"/>
                  </a:cubicBezTo>
                  <a:cubicBezTo>
                    <a:pt x="1252220" y="1482090"/>
                    <a:pt x="1248410" y="1482090"/>
                    <a:pt x="1247140" y="1483360"/>
                  </a:cubicBezTo>
                  <a:cubicBezTo>
                    <a:pt x="1245870" y="1484630"/>
                    <a:pt x="1245870" y="1487170"/>
                    <a:pt x="1245870" y="1487170"/>
                  </a:cubicBezTo>
                  <a:moveTo>
                    <a:pt x="1285240" y="1358900"/>
                  </a:moveTo>
                  <a:cubicBezTo>
                    <a:pt x="1286510" y="1360170"/>
                    <a:pt x="1286510" y="1360170"/>
                    <a:pt x="1286510" y="1360170"/>
                  </a:cubicBezTo>
                  <a:cubicBezTo>
                    <a:pt x="1286510" y="1360170"/>
                    <a:pt x="1289050" y="1365250"/>
                    <a:pt x="1291590" y="1366520"/>
                  </a:cubicBezTo>
                  <a:cubicBezTo>
                    <a:pt x="1292860" y="1369060"/>
                    <a:pt x="1296670" y="1374140"/>
                    <a:pt x="1296670" y="1374140"/>
                  </a:cubicBezTo>
                  <a:cubicBezTo>
                    <a:pt x="1296670" y="1374140"/>
                    <a:pt x="1296670" y="1375410"/>
                    <a:pt x="1296670" y="1375410"/>
                  </a:cubicBezTo>
                  <a:cubicBezTo>
                    <a:pt x="1299210" y="1375410"/>
                    <a:pt x="1336040" y="1290320"/>
                    <a:pt x="1332230" y="1287780"/>
                  </a:cubicBezTo>
                  <a:cubicBezTo>
                    <a:pt x="1329690" y="1286510"/>
                    <a:pt x="1294130" y="1336040"/>
                    <a:pt x="1287780" y="1348740"/>
                  </a:cubicBezTo>
                  <a:cubicBezTo>
                    <a:pt x="1285240" y="1352550"/>
                    <a:pt x="1285240" y="1358900"/>
                    <a:pt x="1285240" y="1358900"/>
                  </a:cubicBezTo>
                  <a:moveTo>
                    <a:pt x="1336040" y="1181100"/>
                  </a:moveTo>
                  <a:cubicBezTo>
                    <a:pt x="1357630" y="1176020"/>
                    <a:pt x="1361440" y="1188720"/>
                    <a:pt x="1363980" y="1187450"/>
                  </a:cubicBezTo>
                  <a:cubicBezTo>
                    <a:pt x="1366520" y="1187450"/>
                    <a:pt x="1372870" y="1169670"/>
                    <a:pt x="1369060" y="1163320"/>
                  </a:cubicBezTo>
                  <a:cubicBezTo>
                    <a:pt x="1366520" y="1158240"/>
                    <a:pt x="1350010" y="1156970"/>
                    <a:pt x="1346200" y="1156970"/>
                  </a:cubicBezTo>
                  <a:cubicBezTo>
                    <a:pt x="1344930" y="1155700"/>
                    <a:pt x="1343660" y="1155700"/>
                    <a:pt x="1343660" y="1155700"/>
                  </a:cubicBezTo>
                  <a:cubicBezTo>
                    <a:pt x="1341120" y="1156970"/>
                    <a:pt x="1336040" y="1181100"/>
                    <a:pt x="1336040" y="1181100"/>
                  </a:cubicBezTo>
                  <a:moveTo>
                    <a:pt x="1357630" y="411480"/>
                  </a:moveTo>
                  <a:cubicBezTo>
                    <a:pt x="1417320" y="422910"/>
                    <a:pt x="1428750" y="396240"/>
                    <a:pt x="1424940" y="389890"/>
                  </a:cubicBezTo>
                  <a:cubicBezTo>
                    <a:pt x="1423670" y="386080"/>
                    <a:pt x="1416050" y="383540"/>
                    <a:pt x="1408430" y="384810"/>
                  </a:cubicBezTo>
                  <a:cubicBezTo>
                    <a:pt x="1395730" y="386080"/>
                    <a:pt x="1357630" y="411480"/>
                    <a:pt x="1357630" y="411480"/>
                  </a:cubicBezTo>
                  <a:moveTo>
                    <a:pt x="1386840" y="994410"/>
                  </a:moveTo>
                  <a:cubicBezTo>
                    <a:pt x="1399540" y="996950"/>
                    <a:pt x="1402080" y="999490"/>
                    <a:pt x="1404620" y="998220"/>
                  </a:cubicBezTo>
                  <a:cubicBezTo>
                    <a:pt x="1412240" y="991870"/>
                    <a:pt x="1418590" y="892810"/>
                    <a:pt x="1414780" y="892810"/>
                  </a:cubicBezTo>
                  <a:cubicBezTo>
                    <a:pt x="1412240" y="891540"/>
                    <a:pt x="1386840" y="994410"/>
                    <a:pt x="1386840" y="994410"/>
                  </a:cubicBezTo>
                  <a:moveTo>
                    <a:pt x="1463040" y="1295400"/>
                  </a:moveTo>
                  <a:cubicBezTo>
                    <a:pt x="1501140" y="1225550"/>
                    <a:pt x="1511300" y="1214120"/>
                    <a:pt x="1508760" y="1207770"/>
                  </a:cubicBezTo>
                  <a:cubicBezTo>
                    <a:pt x="1507490" y="1202690"/>
                    <a:pt x="1494790" y="1197610"/>
                    <a:pt x="1488440" y="1201420"/>
                  </a:cubicBezTo>
                  <a:cubicBezTo>
                    <a:pt x="1478280" y="1206500"/>
                    <a:pt x="1473200" y="1258570"/>
                    <a:pt x="1469390" y="1275080"/>
                  </a:cubicBezTo>
                  <a:cubicBezTo>
                    <a:pt x="1466850" y="1283970"/>
                    <a:pt x="1463040" y="1295400"/>
                    <a:pt x="1463040" y="1295400"/>
                  </a:cubicBezTo>
                  <a:moveTo>
                    <a:pt x="1530350" y="1023620"/>
                  </a:moveTo>
                  <a:cubicBezTo>
                    <a:pt x="1557020" y="1029970"/>
                    <a:pt x="1581150" y="1041400"/>
                    <a:pt x="1591310" y="1036320"/>
                  </a:cubicBezTo>
                  <a:cubicBezTo>
                    <a:pt x="1600200" y="1032510"/>
                    <a:pt x="1600200" y="1016000"/>
                    <a:pt x="1606550" y="1002030"/>
                  </a:cubicBezTo>
                  <a:cubicBezTo>
                    <a:pt x="1617980" y="979170"/>
                    <a:pt x="1656080" y="934720"/>
                    <a:pt x="1647190" y="914400"/>
                  </a:cubicBezTo>
                  <a:cubicBezTo>
                    <a:pt x="1638300" y="892810"/>
                    <a:pt x="1568450" y="866140"/>
                    <a:pt x="1548130" y="878840"/>
                  </a:cubicBezTo>
                  <a:cubicBezTo>
                    <a:pt x="1524000" y="892810"/>
                    <a:pt x="1530350" y="1023620"/>
                    <a:pt x="1530350" y="1023620"/>
                  </a:cubicBezTo>
                  <a:moveTo>
                    <a:pt x="1593850" y="444500"/>
                  </a:moveTo>
                  <a:cubicBezTo>
                    <a:pt x="1605280" y="480060"/>
                    <a:pt x="1656080" y="471170"/>
                    <a:pt x="1656080" y="466090"/>
                  </a:cubicBezTo>
                  <a:cubicBezTo>
                    <a:pt x="1657350" y="462280"/>
                    <a:pt x="1593850" y="444500"/>
                    <a:pt x="1593850" y="444500"/>
                  </a:cubicBezTo>
                  <a:moveTo>
                    <a:pt x="1704340" y="1647190"/>
                  </a:moveTo>
                  <a:cubicBezTo>
                    <a:pt x="1710690" y="1647190"/>
                    <a:pt x="1710690" y="1645920"/>
                    <a:pt x="1709420" y="1644650"/>
                  </a:cubicBezTo>
                  <a:cubicBezTo>
                    <a:pt x="1709420" y="1644650"/>
                    <a:pt x="1705610" y="1644650"/>
                    <a:pt x="1705610" y="1645920"/>
                  </a:cubicBezTo>
                  <a:cubicBezTo>
                    <a:pt x="1704340" y="1645920"/>
                    <a:pt x="1704340" y="1647190"/>
                    <a:pt x="1704340" y="1647190"/>
                  </a:cubicBezTo>
                  <a:moveTo>
                    <a:pt x="1877060" y="1593850"/>
                  </a:moveTo>
                  <a:cubicBezTo>
                    <a:pt x="1899920" y="1587500"/>
                    <a:pt x="1896110" y="1574800"/>
                    <a:pt x="1892300" y="1572260"/>
                  </a:cubicBezTo>
                  <a:cubicBezTo>
                    <a:pt x="1888490" y="1572260"/>
                    <a:pt x="1880870" y="1577340"/>
                    <a:pt x="1878330" y="1581150"/>
                  </a:cubicBezTo>
                  <a:cubicBezTo>
                    <a:pt x="1875790" y="1584960"/>
                    <a:pt x="1877060" y="1593850"/>
                    <a:pt x="1877060" y="1593850"/>
                  </a:cubicBezTo>
                  <a:moveTo>
                    <a:pt x="1940560" y="1036320"/>
                  </a:moveTo>
                  <a:cubicBezTo>
                    <a:pt x="1945640" y="1036320"/>
                    <a:pt x="1944370" y="1035050"/>
                    <a:pt x="1943100" y="1035050"/>
                  </a:cubicBezTo>
                  <a:cubicBezTo>
                    <a:pt x="1941830" y="1035050"/>
                    <a:pt x="1941830" y="1033780"/>
                    <a:pt x="1941830" y="1033780"/>
                  </a:cubicBezTo>
                  <a:cubicBezTo>
                    <a:pt x="1940560" y="1033780"/>
                    <a:pt x="1940560" y="1035050"/>
                    <a:pt x="1940560" y="1036320"/>
                  </a:cubicBezTo>
                  <a:moveTo>
                    <a:pt x="2218690" y="1226820"/>
                  </a:moveTo>
                  <a:cubicBezTo>
                    <a:pt x="2235200" y="1226820"/>
                    <a:pt x="2233930" y="1225550"/>
                    <a:pt x="2233930" y="1224280"/>
                  </a:cubicBezTo>
                  <a:cubicBezTo>
                    <a:pt x="2231390" y="1223010"/>
                    <a:pt x="2221230" y="1224280"/>
                    <a:pt x="2219960" y="1225550"/>
                  </a:cubicBezTo>
                  <a:cubicBezTo>
                    <a:pt x="2218690" y="1225550"/>
                    <a:pt x="2218690" y="1226820"/>
                    <a:pt x="2218690" y="1226820"/>
                  </a:cubicBezTo>
                  <a:moveTo>
                    <a:pt x="2330450" y="1047750"/>
                  </a:moveTo>
                  <a:cubicBezTo>
                    <a:pt x="2334260" y="1054100"/>
                    <a:pt x="2344420" y="1054100"/>
                    <a:pt x="2344420" y="1054100"/>
                  </a:cubicBezTo>
                  <a:cubicBezTo>
                    <a:pt x="2344420" y="1054100"/>
                    <a:pt x="2330450" y="1047750"/>
                    <a:pt x="2330450" y="1047750"/>
                  </a:cubicBezTo>
                  <a:moveTo>
                    <a:pt x="2551430" y="1200150"/>
                  </a:moveTo>
                  <a:cubicBezTo>
                    <a:pt x="2594610" y="1238250"/>
                    <a:pt x="2598420" y="1235710"/>
                    <a:pt x="2607310" y="1236980"/>
                  </a:cubicBezTo>
                  <a:cubicBezTo>
                    <a:pt x="2632710" y="1242060"/>
                    <a:pt x="2698750" y="1258570"/>
                    <a:pt x="2747010" y="1271270"/>
                  </a:cubicBezTo>
                  <a:cubicBezTo>
                    <a:pt x="2797810" y="1285240"/>
                    <a:pt x="2857500" y="1303020"/>
                    <a:pt x="2907030" y="1316990"/>
                  </a:cubicBezTo>
                  <a:cubicBezTo>
                    <a:pt x="2950210" y="1329690"/>
                    <a:pt x="3023870" y="1358900"/>
                    <a:pt x="3027680" y="1352550"/>
                  </a:cubicBezTo>
                  <a:cubicBezTo>
                    <a:pt x="3030220" y="1347470"/>
                    <a:pt x="2981960" y="1314450"/>
                    <a:pt x="2952750" y="1294130"/>
                  </a:cubicBezTo>
                  <a:cubicBezTo>
                    <a:pt x="2915920" y="1267460"/>
                    <a:pt x="2834640" y="1206500"/>
                    <a:pt x="2821940" y="1209040"/>
                  </a:cubicBezTo>
                  <a:cubicBezTo>
                    <a:pt x="2819400" y="1209040"/>
                    <a:pt x="2818130" y="1214120"/>
                    <a:pt x="2818130" y="1214120"/>
                  </a:cubicBezTo>
                  <a:cubicBezTo>
                    <a:pt x="2818130" y="1215390"/>
                    <a:pt x="2814320" y="1217930"/>
                    <a:pt x="2811780" y="1220470"/>
                  </a:cubicBezTo>
                  <a:cubicBezTo>
                    <a:pt x="2809240" y="1221740"/>
                    <a:pt x="2805430" y="1225550"/>
                    <a:pt x="2805430" y="1225550"/>
                  </a:cubicBezTo>
                  <a:cubicBezTo>
                    <a:pt x="2805430" y="1225550"/>
                    <a:pt x="2801620" y="1228090"/>
                    <a:pt x="2799080" y="1229360"/>
                  </a:cubicBezTo>
                  <a:cubicBezTo>
                    <a:pt x="2796540" y="1230630"/>
                    <a:pt x="2792730" y="1231900"/>
                    <a:pt x="2791460" y="1233170"/>
                  </a:cubicBezTo>
                  <a:cubicBezTo>
                    <a:pt x="2791460" y="1233170"/>
                    <a:pt x="2786380" y="1234440"/>
                    <a:pt x="2783840" y="1234440"/>
                  </a:cubicBezTo>
                  <a:cubicBezTo>
                    <a:pt x="2781300" y="1235710"/>
                    <a:pt x="2777490" y="1236980"/>
                    <a:pt x="2776220" y="1236980"/>
                  </a:cubicBezTo>
                  <a:cubicBezTo>
                    <a:pt x="2776220" y="1236980"/>
                    <a:pt x="2771140" y="1236980"/>
                    <a:pt x="2768600" y="1236980"/>
                  </a:cubicBezTo>
                  <a:cubicBezTo>
                    <a:pt x="2766060" y="1236980"/>
                    <a:pt x="2760980" y="1236980"/>
                    <a:pt x="2760980" y="1236980"/>
                  </a:cubicBezTo>
                  <a:cubicBezTo>
                    <a:pt x="2760980" y="1236980"/>
                    <a:pt x="2702560" y="1226820"/>
                    <a:pt x="2673350" y="1221740"/>
                  </a:cubicBezTo>
                  <a:cubicBezTo>
                    <a:pt x="2644140" y="1215390"/>
                    <a:pt x="2608580" y="1205230"/>
                    <a:pt x="2585720" y="1202690"/>
                  </a:cubicBezTo>
                  <a:cubicBezTo>
                    <a:pt x="2571750" y="1200150"/>
                    <a:pt x="2551430" y="1200150"/>
                    <a:pt x="2551430" y="1200150"/>
                  </a:cubicBezTo>
                  <a:moveTo>
                    <a:pt x="3167380" y="1544320"/>
                  </a:moveTo>
                  <a:cubicBezTo>
                    <a:pt x="3169920" y="1548130"/>
                    <a:pt x="3175000" y="1548130"/>
                    <a:pt x="3175000" y="1546860"/>
                  </a:cubicBezTo>
                  <a:cubicBezTo>
                    <a:pt x="3175000" y="1546860"/>
                    <a:pt x="3167380" y="1544320"/>
                    <a:pt x="3167380" y="154432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041669" y="492165"/>
            <a:ext cx="10365092" cy="9302670"/>
          </a:xfrm>
          <a:custGeom>
            <a:avLst/>
            <a:gdLst/>
            <a:ahLst/>
            <a:cxnLst/>
            <a:rect r="r" b="b" t="t" l="l"/>
            <a:pathLst>
              <a:path h="9302670" w="10365092">
                <a:moveTo>
                  <a:pt x="0" y="0"/>
                </a:moveTo>
                <a:lnTo>
                  <a:pt x="10365092" y="0"/>
                </a:lnTo>
                <a:lnTo>
                  <a:pt x="10365092" y="9302670"/>
                </a:lnTo>
                <a:lnTo>
                  <a:pt x="0" y="9302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65959" y="1836690"/>
            <a:ext cx="15842558" cy="5940959"/>
          </a:xfrm>
          <a:custGeom>
            <a:avLst/>
            <a:gdLst/>
            <a:ahLst/>
            <a:cxnLst/>
            <a:rect r="r" b="b" t="t" l="l"/>
            <a:pathLst>
              <a:path h="5940959" w="15842558">
                <a:moveTo>
                  <a:pt x="0" y="0"/>
                </a:moveTo>
                <a:lnTo>
                  <a:pt x="15842558" y="0"/>
                </a:lnTo>
                <a:lnTo>
                  <a:pt x="15842558" y="5940960"/>
                </a:lnTo>
                <a:lnTo>
                  <a:pt x="0" y="59409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70062" y="620506"/>
            <a:ext cx="13498045" cy="8942455"/>
          </a:xfrm>
          <a:custGeom>
            <a:avLst/>
            <a:gdLst/>
            <a:ahLst/>
            <a:cxnLst/>
            <a:rect r="r" b="b" t="t" l="l"/>
            <a:pathLst>
              <a:path h="8942455" w="13498045">
                <a:moveTo>
                  <a:pt x="0" y="0"/>
                </a:moveTo>
                <a:lnTo>
                  <a:pt x="13498045" y="0"/>
                </a:lnTo>
                <a:lnTo>
                  <a:pt x="13498045" y="8942455"/>
                </a:lnTo>
                <a:lnTo>
                  <a:pt x="0" y="89424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26371" y="1028700"/>
            <a:ext cx="15266049" cy="6278163"/>
          </a:xfrm>
          <a:custGeom>
            <a:avLst/>
            <a:gdLst/>
            <a:ahLst/>
            <a:cxnLst/>
            <a:rect r="r" b="b" t="t" l="l"/>
            <a:pathLst>
              <a:path h="6278163" w="15266049">
                <a:moveTo>
                  <a:pt x="0" y="0"/>
                </a:moveTo>
                <a:lnTo>
                  <a:pt x="15266048" y="0"/>
                </a:lnTo>
                <a:lnTo>
                  <a:pt x="15266048" y="6278163"/>
                </a:lnTo>
                <a:lnTo>
                  <a:pt x="0" y="627816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DAHBkDJw9Lc</dc:identifier>
  <dcterms:modified xsi:type="dcterms:W3CDTF">2011-08-01T06:04:30Z</dcterms:modified>
  <cp:revision>1</cp:revision>
  <dc:title>agglomerative clustering</dc:title>
</cp:coreProperties>
</file>