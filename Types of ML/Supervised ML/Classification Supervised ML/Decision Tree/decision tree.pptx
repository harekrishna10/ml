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62205" y="717340"/>
            <a:ext cx="11883075" cy="8540960"/>
          </a:xfrm>
          <a:custGeom>
            <a:avLst/>
            <a:gdLst/>
            <a:ahLst/>
            <a:cxnLst/>
            <a:rect r="r" b="b" t="t" l="l"/>
            <a:pathLst>
              <a:path h="8540960" w="11883075">
                <a:moveTo>
                  <a:pt x="0" y="0"/>
                </a:moveTo>
                <a:lnTo>
                  <a:pt x="11883075" y="0"/>
                </a:lnTo>
                <a:lnTo>
                  <a:pt x="11883075" y="8540960"/>
                </a:lnTo>
                <a:lnTo>
                  <a:pt x="0" y="85409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46702"/>
            <a:ext cx="16901378" cy="8788716"/>
          </a:xfrm>
          <a:custGeom>
            <a:avLst/>
            <a:gdLst/>
            <a:ahLst/>
            <a:cxnLst/>
            <a:rect r="r" b="b" t="t" l="l"/>
            <a:pathLst>
              <a:path h="8788716" w="16901378">
                <a:moveTo>
                  <a:pt x="0" y="0"/>
                </a:moveTo>
                <a:lnTo>
                  <a:pt x="16901378" y="0"/>
                </a:lnTo>
                <a:lnTo>
                  <a:pt x="16901378" y="8788716"/>
                </a:lnTo>
                <a:lnTo>
                  <a:pt x="0" y="87887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684458"/>
            <a:ext cx="15854372" cy="8918084"/>
          </a:xfrm>
          <a:custGeom>
            <a:avLst/>
            <a:gdLst/>
            <a:ahLst/>
            <a:cxnLst/>
            <a:rect r="r" b="b" t="t" l="l"/>
            <a:pathLst>
              <a:path h="8918084" w="15854372">
                <a:moveTo>
                  <a:pt x="0" y="0"/>
                </a:moveTo>
                <a:lnTo>
                  <a:pt x="15854372" y="0"/>
                </a:lnTo>
                <a:lnTo>
                  <a:pt x="15854372" y="8918084"/>
                </a:lnTo>
                <a:lnTo>
                  <a:pt x="0" y="89180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24547" y="866844"/>
            <a:ext cx="14989851" cy="7799325"/>
          </a:xfrm>
          <a:custGeom>
            <a:avLst/>
            <a:gdLst/>
            <a:ahLst/>
            <a:cxnLst/>
            <a:rect r="r" b="b" t="t" l="l"/>
            <a:pathLst>
              <a:path h="7799325" w="14989851">
                <a:moveTo>
                  <a:pt x="0" y="0"/>
                </a:moveTo>
                <a:lnTo>
                  <a:pt x="14989851" y="0"/>
                </a:lnTo>
                <a:lnTo>
                  <a:pt x="14989851" y="7799326"/>
                </a:lnTo>
                <a:lnTo>
                  <a:pt x="0" y="77993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8109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59135" y="463433"/>
            <a:ext cx="16808439" cy="7971120"/>
          </a:xfrm>
          <a:custGeom>
            <a:avLst/>
            <a:gdLst/>
            <a:ahLst/>
            <a:cxnLst/>
            <a:rect r="r" b="b" t="t" l="l"/>
            <a:pathLst>
              <a:path h="7971120" w="16808439">
                <a:moveTo>
                  <a:pt x="0" y="0"/>
                </a:moveTo>
                <a:lnTo>
                  <a:pt x="16808439" y="0"/>
                </a:lnTo>
                <a:lnTo>
                  <a:pt x="16808439" y="7971120"/>
                </a:lnTo>
                <a:lnTo>
                  <a:pt x="0" y="79711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78" b="-18823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1135" y="709962"/>
            <a:ext cx="14460694" cy="8706682"/>
          </a:xfrm>
          <a:custGeom>
            <a:avLst/>
            <a:gdLst/>
            <a:ahLst/>
            <a:cxnLst/>
            <a:rect r="r" b="b" t="t" l="l"/>
            <a:pathLst>
              <a:path h="8706682" w="14460694">
                <a:moveTo>
                  <a:pt x="0" y="0"/>
                </a:moveTo>
                <a:lnTo>
                  <a:pt x="14460694" y="0"/>
                </a:lnTo>
                <a:lnTo>
                  <a:pt x="14460694" y="8706682"/>
                </a:lnTo>
                <a:lnTo>
                  <a:pt x="0" y="87066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7122" b="-78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1547" y="553080"/>
            <a:ext cx="15706342" cy="9262470"/>
          </a:xfrm>
          <a:custGeom>
            <a:avLst/>
            <a:gdLst/>
            <a:ahLst/>
            <a:cxnLst/>
            <a:rect r="r" b="b" t="t" l="l"/>
            <a:pathLst>
              <a:path h="9262470" w="15706342">
                <a:moveTo>
                  <a:pt x="0" y="0"/>
                </a:moveTo>
                <a:lnTo>
                  <a:pt x="15706342" y="0"/>
                </a:lnTo>
                <a:lnTo>
                  <a:pt x="15706342" y="9262469"/>
                </a:lnTo>
                <a:lnTo>
                  <a:pt x="0" y="92624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7579" b="-2612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3249" y="733882"/>
            <a:ext cx="15606727" cy="6812736"/>
          </a:xfrm>
          <a:custGeom>
            <a:avLst/>
            <a:gdLst/>
            <a:ahLst/>
            <a:cxnLst/>
            <a:rect r="r" b="b" t="t" l="l"/>
            <a:pathLst>
              <a:path h="6812736" w="15606727">
                <a:moveTo>
                  <a:pt x="0" y="0"/>
                </a:moveTo>
                <a:lnTo>
                  <a:pt x="15606727" y="0"/>
                </a:lnTo>
                <a:lnTo>
                  <a:pt x="15606727" y="6812736"/>
                </a:lnTo>
                <a:lnTo>
                  <a:pt x="0" y="68127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2463" y="35708"/>
            <a:ext cx="9788909" cy="4491619"/>
          </a:xfrm>
          <a:custGeom>
            <a:avLst/>
            <a:gdLst/>
            <a:ahLst/>
            <a:cxnLst/>
            <a:rect r="r" b="b" t="t" l="l"/>
            <a:pathLst>
              <a:path h="4491619" w="9788909">
                <a:moveTo>
                  <a:pt x="0" y="0"/>
                </a:moveTo>
                <a:lnTo>
                  <a:pt x="9788909" y="0"/>
                </a:lnTo>
                <a:lnTo>
                  <a:pt x="9788909" y="4491619"/>
                </a:lnTo>
                <a:lnTo>
                  <a:pt x="0" y="44916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04987" y="3723887"/>
            <a:ext cx="10496937" cy="5534413"/>
          </a:xfrm>
          <a:custGeom>
            <a:avLst/>
            <a:gdLst/>
            <a:ahLst/>
            <a:cxnLst/>
            <a:rect r="r" b="b" t="t" l="l"/>
            <a:pathLst>
              <a:path h="5534413" w="10496937">
                <a:moveTo>
                  <a:pt x="0" y="0"/>
                </a:moveTo>
                <a:lnTo>
                  <a:pt x="10496937" y="0"/>
                </a:lnTo>
                <a:lnTo>
                  <a:pt x="10496937" y="5534413"/>
                </a:lnTo>
                <a:lnTo>
                  <a:pt x="0" y="55344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50807" y="472888"/>
            <a:ext cx="16060602" cy="7131067"/>
          </a:xfrm>
          <a:custGeom>
            <a:avLst/>
            <a:gdLst/>
            <a:ahLst/>
            <a:cxnLst/>
            <a:rect r="r" b="b" t="t" l="l"/>
            <a:pathLst>
              <a:path h="7131067" w="16060602">
                <a:moveTo>
                  <a:pt x="0" y="0"/>
                </a:moveTo>
                <a:lnTo>
                  <a:pt x="16060602" y="0"/>
                </a:lnTo>
                <a:lnTo>
                  <a:pt x="16060602" y="7131067"/>
                </a:lnTo>
                <a:lnTo>
                  <a:pt x="0" y="71310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793" r="-3177" b="-19917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2108" y="545899"/>
            <a:ext cx="16627192" cy="8712401"/>
          </a:xfrm>
          <a:custGeom>
            <a:avLst/>
            <a:gdLst/>
            <a:ahLst/>
            <a:cxnLst/>
            <a:rect r="r" b="b" t="t" l="l"/>
            <a:pathLst>
              <a:path h="8712401" w="16627192">
                <a:moveTo>
                  <a:pt x="0" y="0"/>
                </a:moveTo>
                <a:lnTo>
                  <a:pt x="16627192" y="0"/>
                </a:lnTo>
                <a:lnTo>
                  <a:pt x="16627192" y="8712401"/>
                </a:lnTo>
                <a:lnTo>
                  <a:pt x="0" y="87124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03" b="-7676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DAHBq4zXIqk</dc:identifier>
  <dcterms:modified xsi:type="dcterms:W3CDTF">2011-08-01T06:04:30Z</dcterms:modified>
  <cp:revision>1</cp:revision>
</cp:coreProperties>
</file>