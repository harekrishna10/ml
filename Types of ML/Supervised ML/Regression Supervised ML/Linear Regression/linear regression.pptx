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7068" y="278535"/>
            <a:ext cx="16072251" cy="9132539"/>
          </a:xfrm>
          <a:custGeom>
            <a:avLst/>
            <a:gdLst/>
            <a:ahLst/>
            <a:cxnLst/>
            <a:rect r="r" b="b" t="t" l="l"/>
            <a:pathLst>
              <a:path h="9132539" w="16072251">
                <a:moveTo>
                  <a:pt x="0" y="0"/>
                </a:moveTo>
                <a:lnTo>
                  <a:pt x="16072251" y="0"/>
                </a:lnTo>
                <a:lnTo>
                  <a:pt x="16072251" y="9132539"/>
                </a:lnTo>
                <a:lnTo>
                  <a:pt x="0" y="9132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7" t="0" r="0" b="-2092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20"/>
            <a:ext cx="18288000" cy="10021455"/>
          </a:xfrm>
          <a:custGeom>
            <a:avLst/>
            <a:gdLst/>
            <a:ahLst/>
            <a:cxnLst/>
            <a:rect r="r" b="b" t="t" l="l"/>
            <a:pathLst>
              <a:path h="10021455" w="18288000">
                <a:moveTo>
                  <a:pt x="0" y="0"/>
                </a:moveTo>
                <a:lnTo>
                  <a:pt x="18288000" y="0"/>
                </a:lnTo>
                <a:lnTo>
                  <a:pt x="18288000" y="10021455"/>
                </a:lnTo>
                <a:lnTo>
                  <a:pt x="0" y="10021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03802" y="0"/>
            <a:ext cx="13021519" cy="10287000"/>
          </a:xfrm>
          <a:custGeom>
            <a:avLst/>
            <a:gdLst/>
            <a:ahLst/>
            <a:cxnLst/>
            <a:rect r="r" b="b" t="t" l="l"/>
            <a:pathLst>
              <a:path h="10287000" w="13021519">
                <a:moveTo>
                  <a:pt x="0" y="0"/>
                </a:moveTo>
                <a:lnTo>
                  <a:pt x="13021519" y="0"/>
                </a:lnTo>
                <a:lnTo>
                  <a:pt x="130215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95396" y="797019"/>
            <a:ext cx="14126324" cy="8034347"/>
          </a:xfrm>
          <a:custGeom>
            <a:avLst/>
            <a:gdLst/>
            <a:ahLst/>
            <a:cxnLst/>
            <a:rect r="r" b="b" t="t" l="l"/>
            <a:pathLst>
              <a:path h="8034347" w="14126324">
                <a:moveTo>
                  <a:pt x="0" y="0"/>
                </a:moveTo>
                <a:lnTo>
                  <a:pt x="14126324" y="0"/>
                </a:lnTo>
                <a:lnTo>
                  <a:pt x="14126324" y="8034347"/>
                </a:lnTo>
                <a:lnTo>
                  <a:pt x="0" y="8034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69901" y="417771"/>
            <a:ext cx="10035291" cy="8665645"/>
          </a:xfrm>
          <a:custGeom>
            <a:avLst/>
            <a:gdLst/>
            <a:ahLst/>
            <a:cxnLst/>
            <a:rect r="r" b="b" t="t" l="l"/>
            <a:pathLst>
              <a:path h="8665645" w="10035291">
                <a:moveTo>
                  <a:pt x="0" y="0"/>
                </a:moveTo>
                <a:lnTo>
                  <a:pt x="10035291" y="0"/>
                </a:lnTo>
                <a:lnTo>
                  <a:pt x="10035291" y="8665645"/>
                </a:lnTo>
                <a:lnTo>
                  <a:pt x="0" y="8665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181" y="-43262"/>
            <a:ext cx="14431769" cy="9621179"/>
          </a:xfrm>
          <a:custGeom>
            <a:avLst/>
            <a:gdLst/>
            <a:ahLst/>
            <a:cxnLst/>
            <a:rect r="r" b="b" t="t" l="l"/>
            <a:pathLst>
              <a:path h="9621179" w="14431769">
                <a:moveTo>
                  <a:pt x="0" y="0"/>
                </a:moveTo>
                <a:lnTo>
                  <a:pt x="14431768" y="0"/>
                </a:lnTo>
                <a:lnTo>
                  <a:pt x="14431768" y="9621179"/>
                </a:lnTo>
                <a:lnTo>
                  <a:pt x="0" y="9621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6523" y="1465067"/>
            <a:ext cx="12871159" cy="8610327"/>
          </a:xfrm>
          <a:custGeom>
            <a:avLst/>
            <a:gdLst/>
            <a:ahLst/>
            <a:cxnLst/>
            <a:rect r="r" b="b" t="t" l="l"/>
            <a:pathLst>
              <a:path h="8610327" w="12871159">
                <a:moveTo>
                  <a:pt x="0" y="0"/>
                </a:moveTo>
                <a:lnTo>
                  <a:pt x="12871159" y="0"/>
                </a:lnTo>
                <a:lnTo>
                  <a:pt x="12871159" y="8610327"/>
                </a:lnTo>
                <a:lnTo>
                  <a:pt x="0" y="8610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926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2984" y="243104"/>
            <a:ext cx="14258933" cy="9505955"/>
          </a:xfrm>
          <a:custGeom>
            <a:avLst/>
            <a:gdLst/>
            <a:ahLst/>
            <a:cxnLst/>
            <a:rect r="r" b="b" t="t" l="l"/>
            <a:pathLst>
              <a:path h="9505955" w="14258933">
                <a:moveTo>
                  <a:pt x="0" y="0"/>
                </a:moveTo>
                <a:lnTo>
                  <a:pt x="14258933" y="0"/>
                </a:lnTo>
                <a:lnTo>
                  <a:pt x="14258933" y="9505955"/>
                </a:lnTo>
                <a:lnTo>
                  <a:pt x="0" y="9505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18" y="2615441"/>
            <a:ext cx="4679905" cy="3174196"/>
          </a:xfrm>
          <a:custGeom>
            <a:avLst/>
            <a:gdLst/>
            <a:ahLst/>
            <a:cxnLst/>
            <a:rect r="r" b="b" t="t" l="l"/>
            <a:pathLst>
              <a:path h="3174196" w="4679905">
                <a:moveTo>
                  <a:pt x="0" y="0"/>
                </a:moveTo>
                <a:lnTo>
                  <a:pt x="4679905" y="0"/>
                </a:lnTo>
                <a:lnTo>
                  <a:pt x="4679905" y="3174196"/>
                </a:lnTo>
                <a:lnTo>
                  <a:pt x="0" y="3174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21135" y="442765"/>
            <a:ext cx="10066839" cy="3061905"/>
          </a:xfrm>
          <a:custGeom>
            <a:avLst/>
            <a:gdLst/>
            <a:ahLst/>
            <a:cxnLst/>
            <a:rect r="r" b="b" t="t" l="l"/>
            <a:pathLst>
              <a:path h="3061905" w="10066839">
                <a:moveTo>
                  <a:pt x="0" y="0"/>
                </a:moveTo>
                <a:lnTo>
                  <a:pt x="10066839" y="0"/>
                </a:lnTo>
                <a:lnTo>
                  <a:pt x="10066839" y="3061905"/>
                </a:lnTo>
                <a:lnTo>
                  <a:pt x="0" y="3061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28" t="-63134" r="-14744" b="-4572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5074233" y="1973717"/>
            <a:ext cx="2646902" cy="22288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10860589" y="5551512"/>
            <a:ext cx="4555897" cy="208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21"/>
              </a:lnSpc>
              <a:spcBef>
                <a:spcPct val="0"/>
              </a:spcBef>
            </a:pPr>
            <a:r>
              <a:rPr lang="en-US" b="true" sz="122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Bias b</a:t>
            </a:r>
          </a:p>
        </p:txBody>
      </p:sp>
      <p:sp>
        <p:nvSpPr>
          <p:cNvPr name="AutoShape 6" id="6"/>
          <p:cNvSpPr/>
          <p:nvPr/>
        </p:nvSpPr>
        <p:spPr>
          <a:xfrm>
            <a:off x="4333201" y="5061281"/>
            <a:ext cx="6445035" cy="17269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69001" y="1412001"/>
            <a:ext cx="9244729" cy="6222911"/>
          </a:xfrm>
          <a:custGeom>
            <a:avLst/>
            <a:gdLst/>
            <a:ahLst/>
            <a:cxnLst/>
            <a:rect r="r" b="b" t="t" l="l"/>
            <a:pathLst>
              <a:path h="6222911" w="9244729">
                <a:moveTo>
                  <a:pt x="0" y="0"/>
                </a:moveTo>
                <a:lnTo>
                  <a:pt x="9244730" y="0"/>
                </a:lnTo>
                <a:lnTo>
                  <a:pt x="9244730" y="6222911"/>
                </a:lnTo>
                <a:lnTo>
                  <a:pt x="0" y="6222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7" r="-21476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4478" y="2818060"/>
            <a:ext cx="16679949" cy="7803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3"/>
              </a:lnSpc>
              <a:spcBef>
                <a:spcPct val="0"/>
              </a:spcBef>
            </a:pPr>
            <a:r>
              <a:rPr lang="en-US" sz="55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Bias (b) is the intercept </a:t>
            </a:r>
            <a:r>
              <a:rPr lang="en-US" sz="55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 a linear regression model. It is the value of y when x=0 and shifts the regression line up or down.</a:t>
            </a:r>
          </a:p>
          <a:p>
            <a:pPr algn="ctr">
              <a:lnSpc>
                <a:spcPts val="7743"/>
              </a:lnSpc>
              <a:spcBef>
                <a:spcPct val="0"/>
              </a:spcBef>
            </a:pPr>
          </a:p>
          <a:p>
            <a:pPr algn="ctr">
              <a:lnSpc>
                <a:spcPts val="7743"/>
              </a:lnSpc>
              <a:spcBef>
                <a:spcPct val="0"/>
              </a:spcBef>
            </a:pPr>
          </a:p>
          <a:p>
            <a:pPr algn="ctr">
              <a:lnSpc>
                <a:spcPts val="7743"/>
              </a:lnSpc>
              <a:spcBef>
                <a:spcPct val="0"/>
              </a:spcBef>
            </a:pPr>
          </a:p>
          <a:p>
            <a:pPr algn="ctr">
              <a:lnSpc>
                <a:spcPts val="7743"/>
              </a:lnSpc>
              <a:spcBef>
                <a:spcPct val="0"/>
              </a:spcBef>
            </a:pPr>
          </a:p>
          <a:p>
            <a:pPr algn="ctr">
              <a:lnSpc>
                <a:spcPts val="774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50682" y="-166384"/>
            <a:ext cx="12790932" cy="10076371"/>
          </a:xfrm>
          <a:custGeom>
            <a:avLst/>
            <a:gdLst/>
            <a:ahLst/>
            <a:cxnLst/>
            <a:rect r="r" b="b" t="t" l="l"/>
            <a:pathLst>
              <a:path h="10076371" w="12790932">
                <a:moveTo>
                  <a:pt x="0" y="0"/>
                </a:moveTo>
                <a:lnTo>
                  <a:pt x="12790931" y="0"/>
                </a:lnTo>
                <a:lnTo>
                  <a:pt x="12790931" y="10076371"/>
                </a:lnTo>
                <a:lnTo>
                  <a:pt x="0" y="100763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98" r="0" b="-389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DAHQlI6f6FI</dc:identifier>
  <dcterms:modified xsi:type="dcterms:W3CDTF">2011-08-01T06:04:30Z</dcterms:modified>
  <cp:revision>1</cp:revision>
  <dc:title>Copy of for linear regression we use a ordinary least square method</dc:title>
</cp:coreProperties>
</file>